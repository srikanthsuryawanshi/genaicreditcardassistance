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8" r:id="rId3"/>
    <p:sldId id="257" r:id="rId4"/>
    <p:sldId id="260" r:id="rId5"/>
    <p:sldId id="259" r:id="rId6"/>
    <p:sldId id="264" r:id="rId7"/>
    <p:sldId id="265" r:id="rId8"/>
    <p:sldId id="263" r:id="rId9"/>
    <p:sldId id="261" r:id="rId10"/>
    <p:sldId id="262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4694"/>
  </p:normalViewPr>
  <p:slideViewPr>
    <p:cSldViewPr snapToGrid="0">
      <p:cViewPr>
        <p:scale>
          <a:sx n="123" d="100"/>
          <a:sy n="123" d="100"/>
        </p:scale>
        <p:origin x="13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Relationship Id="rId14" Type="http://schemas.openxmlformats.org/officeDocument/2006/relationships/image" Target="../media/image3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Relationship Id="rId1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12941F-8328-4391-B0E8-2EB63BAEB762}" type="doc">
      <dgm:prSet loTypeId="urn:microsoft.com/office/officeart/2005/8/layout/process5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F0B51B5-B580-4A60-BD34-AEBE0E70377F}">
      <dgm:prSet/>
      <dgm:spPr/>
      <dgm:t>
        <a:bodyPr/>
        <a:lstStyle/>
        <a:p>
          <a:r>
            <a:rPr lang="en-IN" dirty="0"/>
            <a:t>Policy reasoning</a:t>
          </a:r>
          <a:endParaRPr lang="en-US" dirty="0"/>
        </a:p>
      </dgm:t>
    </dgm:pt>
    <dgm:pt modelId="{14EE4F99-7C96-4BC8-9FF6-A26EDCE2589F}" type="parTrans" cxnId="{3B841ACC-63CD-47FF-AF37-68EA8A01E83F}">
      <dgm:prSet/>
      <dgm:spPr/>
      <dgm:t>
        <a:bodyPr/>
        <a:lstStyle/>
        <a:p>
          <a:endParaRPr lang="en-US"/>
        </a:p>
      </dgm:t>
    </dgm:pt>
    <dgm:pt modelId="{A604BD5B-7E18-4579-8E3E-41E49B6C2679}" type="sibTrans" cxnId="{3B841ACC-63CD-47FF-AF37-68EA8A01E83F}">
      <dgm:prSet/>
      <dgm:spPr/>
      <dgm:t>
        <a:bodyPr/>
        <a:lstStyle/>
        <a:p>
          <a:endParaRPr lang="en-US"/>
        </a:p>
      </dgm:t>
    </dgm:pt>
    <dgm:pt modelId="{895B04B1-7D24-4E7A-85CF-9AB8355B69EB}">
      <dgm:prSet/>
      <dgm:spPr/>
      <dgm:t>
        <a:bodyPr/>
        <a:lstStyle/>
        <a:p>
          <a:r>
            <a:rPr lang="en-IN"/>
            <a:t>Input validation</a:t>
          </a:r>
          <a:endParaRPr lang="en-US"/>
        </a:p>
      </dgm:t>
    </dgm:pt>
    <dgm:pt modelId="{FEF20021-9987-473F-BD73-C12999DE07DB}" type="parTrans" cxnId="{EFC266AA-B62E-43D1-A165-6C1012A316E3}">
      <dgm:prSet/>
      <dgm:spPr/>
      <dgm:t>
        <a:bodyPr/>
        <a:lstStyle/>
        <a:p>
          <a:endParaRPr lang="en-US"/>
        </a:p>
      </dgm:t>
    </dgm:pt>
    <dgm:pt modelId="{A2508DD6-76D2-4FF1-97C7-30AEE0E769AE}" type="sibTrans" cxnId="{EFC266AA-B62E-43D1-A165-6C1012A316E3}">
      <dgm:prSet/>
      <dgm:spPr/>
      <dgm:t>
        <a:bodyPr/>
        <a:lstStyle/>
        <a:p>
          <a:endParaRPr lang="en-US"/>
        </a:p>
      </dgm:t>
    </dgm:pt>
    <dgm:pt modelId="{1609321E-5C53-4627-976C-8F475C84226F}">
      <dgm:prSet/>
      <dgm:spPr/>
      <dgm:t>
        <a:bodyPr/>
        <a:lstStyle/>
        <a:p>
          <a:r>
            <a:rPr lang="en-IN"/>
            <a:t>Document extraction</a:t>
          </a:r>
          <a:endParaRPr lang="en-US"/>
        </a:p>
      </dgm:t>
    </dgm:pt>
    <dgm:pt modelId="{08C3883B-BCF1-405B-B611-10379988B321}" type="parTrans" cxnId="{DF41E801-456D-4EC5-ABF4-F3DA6E42E89E}">
      <dgm:prSet/>
      <dgm:spPr/>
      <dgm:t>
        <a:bodyPr/>
        <a:lstStyle/>
        <a:p>
          <a:endParaRPr lang="en-US"/>
        </a:p>
      </dgm:t>
    </dgm:pt>
    <dgm:pt modelId="{6E97914B-E6A2-4875-AF9B-F2D5CFF07A0D}" type="sibTrans" cxnId="{DF41E801-456D-4EC5-ABF4-F3DA6E42E89E}">
      <dgm:prSet/>
      <dgm:spPr/>
      <dgm:t>
        <a:bodyPr/>
        <a:lstStyle/>
        <a:p>
          <a:endParaRPr lang="en-US"/>
        </a:p>
      </dgm:t>
    </dgm:pt>
    <dgm:pt modelId="{807F487F-76EB-43BF-831C-503C69F36A8D}">
      <dgm:prSet/>
      <dgm:spPr/>
      <dgm:t>
        <a:bodyPr/>
        <a:lstStyle/>
        <a:p>
          <a:r>
            <a:rPr lang="en-IN"/>
            <a:t>Cross-verification</a:t>
          </a:r>
          <a:endParaRPr lang="en-US"/>
        </a:p>
      </dgm:t>
    </dgm:pt>
    <dgm:pt modelId="{A9C7EB2B-9D8A-4ADB-A390-17F51658C1B2}" type="parTrans" cxnId="{3ABDF793-ADEE-4AA7-95A9-AD090C67A7FB}">
      <dgm:prSet/>
      <dgm:spPr/>
      <dgm:t>
        <a:bodyPr/>
        <a:lstStyle/>
        <a:p>
          <a:endParaRPr lang="en-US"/>
        </a:p>
      </dgm:t>
    </dgm:pt>
    <dgm:pt modelId="{8067CE9B-AD2D-4DAE-A8BB-034731BD4FB1}" type="sibTrans" cxnId="{3ABDF793-ADEE-4AA7-95A9-AD090C67A7FB}">
      <dgm:prSet/>
      <dgm:spPr/>
      <dgm:t>
        <a:bodyPr/>
        <a:lstStyle/>
        <a:p>
          <a:endParaRPr lang="en-US"/>
        </a:p>
      </dgm:t>
    </dgm:pt>
    <dgm:pt modelId="{F9164BFD-3632-4C36-830B-22EDAF86A9DD}">
      <dgm:prSet/>
      <dgm:spPr/>
      <dgm:t>
        <a:bodyPr/>
        <a:lstStyle/>
        <a:p>
          <a:r>
            <a:rPr lang="en-IN"/>
            <a:t>Eligibility computation</a:t>
          </a:r>
          <a:endParaRPr lang="en-US"/>
        </a:p>
      </dgm:t>
    </dgm:pt>
    <dgm:pt modelId="{561219EF-B664-4AA0-94BE-9CE0D3087FC1}" type="parTrans" cxnId="{C7F52441-9766-4000-9989-0E08FFED2F59}">
      <dgm:prSet/>
      <dgm:spPr/>
      <dgm:t>
        <a:bodyPr/>
        <a:lstStyle/>
        <a:p>
          <a:endParaRPr lang="en-US"/>
        </a:p>
      </dgm:t>
    </dgm:pt>
    <dgm:pt modelId="{F0E6DFF0-EDD8-45EB-A0CB-5D2563781EA5}" type="sibTrans" cxnId="{C7F52441-9766-4000-9989-0E08FFED2F59}">
      <dgm:prSet/>
      <dgm:spPr/>
      <dgm:t>
        <a:bodyPr/>
        <a:lstStyle/>
        <a:p>
          <a:endParaRPr lang="en-US"/>
        </a:p>
      </dgm:t>
    </dgm:pt>
    <dgm:pt modelId="{3C0E680B-0F19-43AC-99FA-976C268952FA}">
      <dgm:prSet/>
      <dgm:spPr/>
      <dgm:t>
        <a:bodyPr/>
        <a:lstStyle/>
        <a:p>
          <a:r>
            <a:rPr lang="en-IN" dirty="0"/>
            <a:t>Explainable outcome generation</a:t>
          </a:r>
          <a:endParaRPr lang="en-US" dirty="0"/>
        </a:p>
      </dgm:t>
    </dgm:pt>
    <dgm:pt modelId="{12E8BA25-3545-4DF4-B89E-026BC18188B5}" type="parTrans" cxnId="{EA74C380-F8CE-4717-84D8-4000F1987C85}">
      <dgm:prSet/>
      <dgm:spPr/>
      <dgm:t>
        <a:bodyPr/>
        <a:lstStyle/>
        <a:p>
          <a:endParaRPr lang="en-US"/>
        </a:p>
      </dgm:t>
    </dgm:pt>
    <dgm:pt modelId="{E066CDA9-A6DB-47A8-94EE-6093CCF78D0A}" type="sibTrans" cxnId="{EA74C380-F8CE-4717-84D8-4000F1987C85}">
      <dgm:prSet/>
      <dgm:spPr/>
      <dgm:t>
        <a:bodyPr/>
        <a:lstStyle/>
        <a:p>
          <a:endParaRPr lang="en-US"/>
        </a:p>
      </dgm:t>
    </dgm:pt>
    <dgm:pt modelId="{4B14B6BC-E66B-FE4B-BFE4-B5E7FA2A6B39}">
      <dgm:prSet/>
      <dgm:spPr/>
      <dgm:t>
        <a:bodyPr/>
        <a:lstStyle/>
        <a:p>
          <a:r>
            <a:rPr lang="en-GB" dirty="0"/>
            <a:t>User</a:t>
          </a:r>
        </a:p>
      </dgm:t>
    </dgm:pt>
    <dgm:pt modelId="{C21BB212-0E4D-4444-9870-58A027B73CA1}" type="parTrans" cxnId="{1D7A77A9-7D9F-F54A-A34D-9EFAA0BCD82B}">
      <dgm:prSet/>
      <dgm:spPr/>
      <dgm:t>
        <a:bodyPr/>
        <a:lstStyle/>
        <a:p>
          <a:endParaRPr lang="en-GB"/>
        </a:p>
      </dgm:t>
    </dgm:pt>
    <dgm:pt modelId="{DC06003D-28B8-A24E-820B-ADABD27EEAA6}" type="sibTrans" cxnId="{1D7A77A9-7D9F-F54A-A34D-9EFAA0BCD82B}">
      <dgm:prSet/>
      <dgm:spPr/>
      <dgm:t>
        <a:bodyPr/>
        <a:lstStyle/>
        <a:p>
          <a:endParaRPr lang="en-GB"/>
        </a:p>
      </dgm:t>
    </dgm:pt>
    <dgm:pt modelId="{D5104161-82F0-2542-B692-AC6405250C57}" type="pres">
      <dgm:prSet presAssocID="{8912941F-8328-4391-B0E8-2EB63BAEB762}" presName="diagram" presStyleCnt="0">
        <dgm:presLayoutVars>
          <dgm:dir/>
          <dgm:resizeHandles val="exact"/>
        </dgm:presLayoutVars>
      </dgm:prSet>
      <dgm:spPr/>
    </dgm:pt>
    <dgm:pt modelId="{DFF7E162-0816-E049-818E-6B34B2A7E66E}" type="pres">
      <dgm:prSet presAssocID="{4B14B6BC-E66B-FE4B-BFE4-B5E7FA2A6B39}" presName="node" presStyleLbl="node1" presStyleIdx="0" presStyleCnt="7">
        <dgm:presLayoutVars>
          <dgm:bulletEnabled val="1"/>
        </dgm:presLayoutVars>
      </dgm:prSet>
      <dgm:spPr/>
    </dgm:pt>
    <dgm:pt modelId="{878C5BBD-C5BD-6F4A-89A7-DF6988E293FD}" type="pres">
      <dgm:prSet presAssocID="{DC06003D-28B8-A24E-820B-ADABD27EEAA6}" presName="sibTrans" presStyleLbl="sibTrans2D1" presStyleIdx="0" presStyleCnt="6"/>
      <dgm:spPr/>
    </dgm:pt>
    <dgm:pt modelId="{E1A6CB9C-CCD2-704C-9694-CBDCAB42AA49}" type="pres">
      <dgm:prSet presAssocID="{DC06003D-28B8-A24E-820B-ADABD27EEAA6}" presName="connectorText" presStyleLbl="sibTrans2D1" presStyleIdx="0" presStyleCnt="6"/>
      <dgm:spPr/>
    </dgm:pt>
    <dgm:pt modelId="{D91052DD-FF52-7542-9C3D-D7BBA47246AA}" type="pres">
      <dgm:prSet presAssocID="{BF0B51B5-B580-4A60-BD34-AEBE0E70377F}" presName="node" presStyleLbl="node1" presStyleIdx="1" presStyleCnt="7">
        <dgm:presLayoutVars>
          <dgm:bulletEnabled val="1"/>
        </dgm:presLayoutVars>
      </dgm:prSet>
      <dgm:spPr/>
    </dgm:pt>
    <dgm:pt modelId="{49FDC699-20C0-7146-9DD6-F8563972779D}" type="pres">
      <dgm:prSet presAssocID="{A604BD5B-7E18-4579-8E3E-41E49B6C2679}" presName="sibTrans" presStyleLbl="sibTrans2D1" presStyleIdx="1" presStyleCnt="6"/>
      <dgm:spPr/>
    </dgm:pt>
    <dgm:pt modelId="{1C9D1D43-65B4-C848-AAA5-9062C8FE835F}" type="pres">
      <dgm:prSet presAssocID="{A604BD5B-7E18-4579-8E3E-41E49B6C2679}" presName="connectorText" presStyleLbl="sibTrans2D1" presStyleIdx="1" presStyleCnt="6"/>
      <dgm:spPr/>
    </dgm:pt>
    <dgm:pt modelId="{3ED974A5-51F5-6E4F-B6E2-F843E80B6F6C}" type="pres">
      <dgm:prSet presAssocID="{895B04B1-7D24-4E7A-85CF-9AB8355B69EB}" presName="node" presStyleLbl="node1" presStyleIdx="2" presStyleCnt="7" custLinFactNeighborY="-17863">
        <dgm:presLayoutVars>
          <dgm:bulletEnabled val="1"/>
        </dgm:presLayoutVars>
      </dgm:prSet>
      <dgm:spPr/>
    </dgm:pt>
    <dgm:pt modelId="{97629C19-DF3F-F74F-926F-9775FC7CFB7D}" type="pres">
      <dgm:prSet presAssocID="{A2508DD6-76D2-4FF1-97C7-30AEE0E769AE}" presName="sibTrans" presStyleLbl="sibTrans2D1" presStyleIdx="2" presStyleCnt="6"/>
      <dgm:spPr/>
    </dgm:pt>
    <dgm:pt modelId="{12BB56FD-AC6A-7242-8567-C706013B0C84}" type="pres">
      <dgm:prSet presAssocID="{A2508DD6-76D2-4FF1-97C7-30AEE0E769AE}" presName="connectorText" presStyleLbl="sibTrans2D1" presStyleIdx="2" presStyleCnt="6"/>
      <dgm:spPr/>
    </dgm:pt>
    <dgm:pt modelId="{2E0A06AD-E6BA-8143-936B-848F0B238402}" type="pres">
      <dgm:prSet presAssocID="{1609321E-5C53-4627-976C-8F475C84226F}" presName="node" presStyleLbl="node1" presStyleIdx="3" presStyleCnt="7">
        <dgm:presLayoutVars>
          <dgm:bulletEnabled val="1"/>
        </dgm:presLayoutVars>
      </dgm:prSet>
      <dgm:spPr/>
    </dgm:pt>
    <dgm:pt modelId="{70FD5DCA-C2F4-0043-BE5A-AAD11A708F1D}" type="pres">
      <dgm:prSet presAssocID="{6E97914B-E6A2-4875-AF9B-F2D5CFF07A0D}" presName="sibTrans" presStyleLbl="sibTrans2D1" presStyleIdx="3" presStyleCnt="6"/>
      <dgm:spPr/>
    </dgm:pt>
    <dgm:pt modelId="{3141D383-004F-DA42-AE83-D06339CA9AB3}" type="pres">
      <dgm:prSet presAssocID="{6E97914B-E6A2-4875-AF9B-F2D5CFF07A0D}" presName="connectorText" presStyleLbl="sibTrans2D1" presStyleIdx="3" presStyleCnt="6"/>
      <dgm:spPr/>
    </dgm:pt>
    <dgm:pt modelId="{25767EAB-096B-4341-A5BC-B8E11067098F}" type="pres">
      <dgm:prSet presAssocID="{807F487F-76EB-43BF-831C-503C69F36A8D}" presName="node" presStyleLbl="node1" presStyleIdx="4" presStyleCnt="7">
        <dgm:presLayoutVars>
          <dgm:bulletEnabled val="1"/>
        </dgm:presLayoutVars>
      </dgm:prSet>
      <dgm:spPr/>
    </dgm:pt>
    <dgm:pt modelId="{04BB8CB3-AD43-7F4F-8D68-833781DF4E8E}" type="pres">
      <dgm:prSet presAssocID="{8067CE9B-AD2D-4DAE-A8BB-034731BD4FB1}" presName="sibTrans" presStyleLbl="sibTrans2D1" presStyleIdx="4" presStyleCnt="6"/>
      <dgm:spPr/>
    </dgm:pt>
    <dgm:pt modelId="{C253C846-20C0-3E44-A4E0-46E860F88D00}" type="pres">
      <dgm:prSet presAssocID="{8067CE9B-AD2D-4DAE-A8BB-034731BD4FB1}" presName="connectorText" presStyleLbl="sibTrans2D1" presStyleIdx="4" presStyleCnt="6"/>
      <dgm:spPr/>
    </dgm:pt>
    <dgm:pt modelId="{FC2D2309-385A-3740-BF3E-CF9506E0CF35}" type="pres">
      <dgm:prSet presAssocID="{F9164BFD-3632-4C36-830B-22EDAF86A9DD}" presName="node" presStyleLbl="node1" presStyleIdx="5" presStyleCnt="7">
        <dgm:presLayoutVars>
          <dgm:bulletEnabled val="1"/>
        </dgm:presLayoutVars>
      </dgm:prSet>
      <dgm:spPr/>
    </dgm:pt>
    <dgm:pt modelId="{865D3BDC-86AD-064F-A720-6EA579B13284}" type="pres">
      <dgm:prSet presAssocID="{F0E6DFF0-EDD8-45EB-A0CB-5D2563781EA5}" presName="sibTrans" presStyleLbl="sibTrans2D1" presStyleIdx="5" presStyleCnt="6"/>
      <dgm:spPr/>
    </dgm:pt>
    <dgm:pt modelId="{F62AE377-78DF-F849-9CF6-F7C54F9A020A}" type="pres">
      <dgm:prSet presAssocID="{F0E6DFF0-EDD8-45EB-A0CB-5D2563781EA5}" presName="connectorText" presStyleLbl="sibTrans2D1" presStyleIdx="5" presStyleCnt="6"/>
      <dgm:spPr/>
    </dgm:pt>
    <dgm:pt modelId="{4E0F5EB4-D407-4547-8089-5FB7E98061FE}" type="pres">
      <dgm:prSet presAssocID="{3C0E680B-0F19-43AC-99FA-976C268952FA}" presName="node" presStyleLbl="node1" presStyleIdx="6" presStyleCnt="7">
        <dgm:presLayoutVars>
          <dgm:bulletEnabled val="1"/>
        </dgm:presLayoutVars>
      </dgm:prSet>
      <dgm:spPr/>
    </dgm:pt>
  </dgm:ptLst>
  <dgm:cxnLst>
    <dgm:cxn modelId="{DF41E801-456D-4EC5-ABF4-F3DA6E42E89E}" srcId="{8912941F-8328-4391-B0E8-2EB63BAEB762}" destId="{1609321E-5C53-4627-976C-8F475C84226F}" srcOrd="3" destOrd="0" parTransId="{08C3883B-BCF1-405B-B611-10379988B321}" sibTransId="{6E97914B-E6A2-4875-AF9B-F2D5CFF07A0D}"/>
    <dgm:cxn modelId="{1D08D704-BE53-2941-AA0C-4B2990365C12}" type="presOf" srcId="{A604BD5B-7E18-4579-8E3E-41E49B6C2679}" destId="{49FDC699-20C0-7146-9DD6-F8563972779D}" srcOrd="0" destOrd="0" presId="urn:microsoft.com/office/officeart/2005/8/layout/process5"/>
    <dgm:cxn modelId="{9D597D05-E341-1445-864E-B7BA9D3D56EF}" type="presOf" srcId="{A2508DD6-76D2-4FF1-97C7-30AEE0E769AE}" destId="{97629C19-DF3F-F74F-926F-9775FC7CFB7D}" srcOrd="0" destOrd="0" presId="urn:microsoft.com/office/officeart/2005/8/layout/process5"/>
    <dgm:cxn modelId="{864F9A09-779A-6941-B44F-72AA854E1944}" type="presOf" srcId="{DC06003D-28B8-A24E-820B-ADABD27EEAA6}" destId="{E1A6CB9C-CCD2-704C-9694-CBDCAB42AA49}" srcOrd="1" destOrd="0" presId="urn:microsoft.com/office/officeart/2005/8/layout/process5"/>
    <dgm:cxn modelId="{59549228-DCA2-B64E-805E-55B7021B8DD8}" type="presOf" srcId="{A2508DD6-76D2-4FF1-97C7-30AEE0E769AE}" destId="{12BB56FD-AC6A-7242-8567-C706013B0C84}" srcOrd="1" destOrd="0" presId="urn:microsoft.com/office/officeart/2005/8/layout/process5"/>
    <dgm:cxn modelId="{3A0E3B3B-73D5-D04E-9B07-0716CFB3D55E}" type="presOf" srcId="{6E97914B-E6A2-4875-AF9B-F2D5CFF07A0D}" destId="{3141D383-004F-DA42-AE83-D06339CA9AB3}" srcOrd="1" destOrd="0" presId="urn:microsoft.com/office/officeart/2005/8/layout/process5"/>
    <dgm:cxn modelId="{C7F52441-9766-4000-9989-0E08FFED2F59}" srcId="{8912941F-8328-4391-B0E8-2EB63BAEB762}" destId="{F9164BFD-3632-4C36-830B-22EDAF86A9DD}" srcOrd="5" destOrd="0" parTransId="{561219EF-B664-4AA0-94BE-9CE0D3087FC1}" sibTransId="{F0E6DFF0-EDD8-45EB-A0CB-5D2563781EA5}"/>
    <dgm:cxn modelId="{3F898E46-63BD-D24C-846B-DE0CB73CC5A9}" type="presOf" srcId="{F0E6DFF0-EDD8-45EB-A0CB-5D2563781EA5}" destId="{865D3BDC-86AD-064F-A720-6EA579B13284}" srcOrd="0" destOrd="0" presId="urn:microsoft.com/office/officeart/2005/8/layout/process5"/>
    <dgm:cxn modelId="{98B04C4F-6DCE-E043-A1FB-12C765C1D384}" type="presOf" srcId="{A604BD5B-7E18-4579-8E3E-41E49B6C2679}" destId="{1C9D1D43-65B4-C848-AAA5-9062C8FE835F}" srcOrd="1" destOrd="0" presId="urn:microsoft.com/office/officeart/2005/8/layout/process5"/>
    <dgm:cxn modelId="{C287874F-75B4-8D4A-BCCE-E899B9C2EF83}" type="presOf" srcId="{DC06003D-28B8-A24E-820B-ADABD27EEAA6}" destId="{878C5BBD-C5BD-6F4A-89A7-DF6988E293FD}" srcOrd="0" destOrd="0" presId="urn:microsoft.com/office/officeart/2005/8/layout/process5"/>
    <dgm:cxn modelId="{FE115E5B-7C53-8F47-A3AD-22BD8D24D00D}" type="presOf" srcId="{F9164BFD-3632-4C36-830B-22EDAF86A9DD}" destId="{FC2D2309-385A-3740-BF3E-CF9506E0CF35}" srcOrd="0" destOrd="0" presId="urn:microsoft.com/office/officeart/2005/8/layout/process5"/>
    <dgm:cxn modelId="{BD63FA75-0FDF-CB42-A93A-87597C2894FF}" type="presOf" srcId="{895B04B1-7D24-4E7A-85CF-9AB8355B69EB}" destId="{3ED974A5-51F5-6E4F-B6E2-F843E80B6F6C}" srcOrd="0" destOrd="0" presId="urn:microsoft.com/office/officeart/2005/8/layout/process5"/>
    <dgm:cxn modelId="{EA74C380-F8CE-4717-84D8-4000F1987C85}" srcId="{8912941F-8328-4391-B0E8-2EB63BAEB762}" destId="{3C0E680B-0F19-43AC-99FA-976C268952FA}" srcOrd="6" destOrd="0" parTransId="{12E8BA25-3545-4DF4-B89E-026BC18188B5}" sibTransId="{E066CDA9-A6DB-47A8-94EE-6093CCF78D0A}"/>
    <dgm:cxn modelId="{F22A358D-F834-AE44-8BB5-3F21AD66FF42}" type="presOf" srcId="{1609321E-5C53-4627-976C-8F475C84226F}" destId="{2E0A06AD-E6BA-8143-936B-848F0B238402}" srcOrd="0" destOrd="0" presId="urn:microsoft.com/office/officeart/2005/8/layout/process5"/>
    <dgm:cxn modelId="{3ABDF793-ADEE-4AA7-95A9-AD090C67A7FB}" srcId="{8912941F-8328-4391-B0E8-2EB63BAEB762}" destId="{807F487F-76EB-43BF-831C-503C69F36A8D}" srcOrd="4" destOrd="0" parTransId="{A9C7EB2B-9D8A-4ADB-A390-17F51658C1B2}" sibTransId="{8067CE9B-AD2D-4DAE-A8BB-034731BD4FB1}"/>
    <dgm:cxn modelId="{1D7A77A9-7D9F-F54A-A34D-9EFAA0BCD82B}" srcId="{8912941F-8328-4391-B0E8-2EB63BAEB762}" destId="{4B14B6BC-E66B-FE4B-BFE4-B5E7FA2A6B39}" srcOrd="0" destOrd="0" parTransId="{C21BB212-0E4D-4444-9870-58A027B73CA1}" sibTransId="{DC06003D-28B8-A24E-820B-ADABD27EEAA6}"/>
    <dgm:cxn modelId="{EFC266AA-B62E-43D1-A165-6C1012A316E3}" srcId="{8912941F-8328-4391-B0E8-2EB63BAEB762}" destId="{895B04B1-7D24-4E7A-85CF-9AB8355B69EB}" srcOrd="2" destOrd="0" parTransId="{FEF20021-9987-473F-BD73-C12999DE07DB}" sibTransId="{A2508DD6-76D2-4FF1-97C7-30AEE0E769AE}"/>
    <dgm:cxn modelId="{214F86AE-8095-344D-AD18-97EBC7ADE2B1}" type="presOf" srcId="{807F487F-76EB-43BF-831C-503C69F36A8D}" destId="{25767EAB-096B-4341-A5BC-B8E11067098F}" srcOrd="0" destOrd="0" presId="urn:microsoft.com/office/officeart/2005/8/layout/process5"/>
    <dgm:cxn modelId="{DA5FE4B6-398E-2A4A-AC13-9B2C1CFABDBE}" type="presOf" srcId="{8912941F-8328-4391-B0E8-2EB63BAEB762}" destId="{D5104161-82F0-2542-B692-AC6405250C57}" srcOrd="0" destOrd="0" presId="urn:microsoft.com/office/officeart/2005/8/layout/process5"/>
    <dgm:cxn modelId="{FA799CB9-84D5-204A-AED9-5D8D7E70E5E8}" type="presOf" srcId="{4B14B6BC-E66B-FE4B-BFE4-B5E7FA2A6B39}" destId="{DFF7E162-0816-E049-818E-6B34B2A7E66E}" srcOrd="0" destOrd="0" presId="urn:microsoft.com/office/officeart/2005/8/layout/process5"/>
    <dgm:cxn modelId="{8035F9BB-E8BD-0547-8966-5B412ACB8BA4}" type="presOf" srcId="{F0E6DFF0-EDD8-45EB-A0CB-5D2563781EA5}" destId="{F62AE377-78DF-F849-9CF6-F7C54F9A020A}" srcOrd="1" destOrd="0" presId="urn:microsoft.com/office/officeart/2005/8/layout/process5"/>
    <dgm:cxn modelId="{0DFE79BC-63FE-BE41-A3D5-194A42BDDA8D}" type="presOf" srcId="{8067CE9B-AD2D-4DAE-A8BB-034731BD4FB1}" destId="{C253C846-20C0-3E44-A4E0-46E860F88D00}" srcOrd="1" destOrd="0" presId="urn:microsoft.com/office/officeart/2005/8/layout/process5"/>
    <dgm:cxn modelId="{B15711C6-F415-D54F-8AB7-49D429E783BA}" type="presOf" srcId="{8067CE9B-AD2D-4DAE-A8BB-034731BD4FB1}" destId="{04BB8CB3-AD43-7F4F-8D68-833781DF4E8E}" srcOrd="0" destOrd="0" presId="urn:microsoft.com/office/officeart/2005/8/layout/process5"/>
    <dgm:cxn modelId="{3B841ACC-63CD-47FF-AF37-68EA8A01E83F}" srcId="{8912941F-8328-4391-B0E8-2EB63BAEB762}" destId="{BF0B51B5-B580-4A60-BD34-AEBE0E70377F}" srcOrd="1" destOrd="0" parTransId="{14EE4F99-7C96-4BC8-9FF6-A26EDCE2589F}" sibTransId="{A604BD5B-7E18-4579-8E3E-41E49B6C2679}"/>
    <dgm:cxn modelId="{4D2889CC-BD41-6845-8ABA-06F31D6609FA}" type="presOf" srcId="{BF0B51B5-B580-4A60-BD34-AEBE0E70377F}" destId="{D91052DD-FF52-7542-9C3D-D7BBA47246AA}" srcOrd="0" destOrd="0" presId="urn:microsoft.com/office/officeart/2005/8/layout/process5"/>
    <dgm:cxn modelId="{ABEE37F6-422C-FC4E-97C4-6325F0125290}" type="presOf" srcId="{6E97914B-E6A2-4875-AF9B-F2D5CFF07A0D}" destId="{70FD5DCA-C2F4-0043-BE5A-AAD11A708F1D}" srcOrd="0" destOrd="0" presId="urn:microsoft.com/office/officeart/2005/8/layout/process5"/>
    <dgm:cxn modelId="{932372F8-28F6-7140-943C-D3A73B3299E9}" type="presOf" srcId="{3C0E680B-0F19-43AC-99FA-976C268952FA}" destId="{4E0F5EB4-D407-4547-8089-5FB7E98061FE}" srcOrd="0" destOrd="0" presId="urn:microsoft.com/office/officeart/2005/8/layout/process5"/>
    <dgm:cxn modelId="{D8C1470A-01B6-A84A-AA63-D8902F04D4A3}" type="presParOf" srcId="{D5104161-82F0-2542-B692-AC6405250C57}" destId="{DFF7E162-0816-E049-818E-6B34B2A7E66E}" srcOrd="0" destOrd="0" presId="urn:microsoft.com/office/officeart/2005/8/layout/process5"/>
    <dgm:cxn modelId="{17705440-2945-C146-9F3F-6727D457D2D5}" type="presParOf" srcId="{D5104161-82F0-2542-B692-AC6405250C57}" destId="{878C5BBD-C5BD-6F4A-89A7-DF6988E293FD}" srcOrd="1" destOrd="0" presId="urn:microsoft.com/office/officeart/2005/8/layout/process5"/>
    <dgm:cxn modelId="{007925E4-0237-5C4E-95C5-98B697C18261}" type="presParOf" srcId="{878C5BBD-C5BD-6F4A-89A7-DF6988E293FD}" destId="{E1A6CB9C-CCD2-704C-9694-CBDCAB42AA49}" srcOrd="0" destOrd="0" presId="urn:microsoft.com/office/officeart/2005/8/layout/process5"/>
    <dgm:cxn modelId="{44D6FD37-D49A-E84A-8EDD-8AEE3D078FBB}" type="presParOf" srcId="{D5104161-82F0-2542-B692-AC6405250C57}" destId="{D91052DD-FF52-7542-9C3D-D7BBA47246AA}" srcOrd="2" destOrd="0" presId="urn:microsoft.com/office/officeart/2005/8/layout/process5"/>
    <dgm:cxn modelId="{11CAEB4D-E2CD-394B-ADE8-F8A780AF5DE7}" type="presParOf" srcId="{D5104161-82F0-2542-B692-AC6405250C57}" destId="{49FDC699-20C0-7146-9DD6-F8563972779D}" srcOrd="3" destOrd="0" presId="urn:microsoft.com/office/officeart/2005/8/layout/process5"/>
    <dgm:cxn modelId="{37607B95-EC26-8E40-8E9B-BBE7BC60A1FA}" type="presParOf" srcId="{49FDC699-20C0-7146-9DD6-F8563972779D}" destId="{1C9D1D43-65B4-C848-AAA5-9062C8FE835F}" srcOrd="0" destOrd="0" presId="urn:microsoft.com/office/officeart/2005/8/layout/process5"/>
    <dgm:cxn modelId="{FEE45B65-13DD-724B-9316-D3606040500E}" type="presParOf" srcId="{D5104161-82F0-2542-B692-AC6405250C57}" destId="{3ED974A5-51F5-6E4F-B6E2-F843E80B6F6C}" srcOrd="4" destOrd="0" presId="urn:microsoft.com/office/officeart/2005/8/layout/process5"/>
    <dgm:cxn modelId="{2320D6A7-D8A2-E045-B53B-EEDA1D74474C}" type="presParOf" srcId="{D5104161-82F0-2542-B692-AC6405250C57}" destId="{97629C19-DF3F-F74F-926F-9775FC7CFB7D}" srcOrd="5" destOrd="0" presId="urn:microsoft.com/office/officeart/2005/8/layout/process5"/>
    <dgm:cxn modelId="{CB72BBC8-4EA3-564F-AC7B-0CE43113FA25}" type="presParOf" srcId="{97629C19-DF3F-F74F-926F-9775FC7CFB7D}" destId="{12BB56FD-AC6A-7242-8567-C706013B0C84}" srcOrd="0" destOrd="0" presId="urn:microsoft.com/office/officeart/2005/8/layout/process5"/>
    <dgm:cxn modelId="{A280FD54-5EB3-6D40-99C6-4B6218644B80}" type="presParOf" srcId="{D5104161-82F0-2542-B692-AC6405250C57}" destId="{2E0A06AD-E6BA-8143-936B-848F0B238402}" srcOrd="6" destOrd="0" presId="urn:microsoft.com/office/officeart/2005/8/layout/process5"/>
    <dgm:cxn modelId="{0B9D74CF-23D8-D446-B842-CE562447C4D7}" type="presParOf" srcId="{D5104161-82F0-2542-B692-AC6405250C57}" destId="{70FD5DCA-C2F4-0043-BE5A-AAD11A708F1D}" srcOrd="7" destOrd="0" presId="urn:microsoft.com/office/officeart/2005/8/layout/process5"/>
    <dgm:cxn modelId="{7ECC4966-95F3-4844-A69A-677A4DAC7D1F}" type="presParOf" srcId="{70FD5DCA-C2F4-0043-BE5A-AAD11A708F1D}" destId="{3141D383-004F-DA42-AE83-D06339CA9AB3}" srcOrd="0" destOrd="0" presId="urn:microsoft.com/office/officeart/2005/8/layout/process5"/>
    <dgm:cxn modelId="{44118770-5A83-354A-8943-A93855EBEA64}" type="presParOf" srcId="{D5104161-82F0-2542-B692-AC6405250C57}" destId="{25767EAB-096B-4341-A5BC-B8E11067098F}" srcOrd="8" destOrd="0" presId="urn:microsoft.com/office/officeart/2005/8/layout/process5"/>
    <dgm:cxn modelId="{F6F8755F-668C-404A-BB58-FB0F59F32D66}" type="presParOf" srcId="{D5104161-82F0-2542-B692-AC6405250C57}" destId="{04BB8CB3-AD43-7F4F-8D68-833781DF4E8E}" srcOrd="9" destOrd="0" presId="urn:microsoft.com/office/officeart/2005/8/layout/process5"/>
    <dgm:cxn modelId="{0781FC7C-AC1E-5141-B2E8-52614C65C1C2}" type="presParOf" srcId="{04BB8CB3-AD43-7F4F-8D68-833781DF4E8E}" destId="{C253C846-20C0-3E44-A4E0-46E860F88D00}" srcOrd="0" destOrd="0" presId="urn:microsoft.com/office/officeart/2005/8/layout/process5"/>
    <dgm:cxn modelId="{AB18BF83-9F0F-944F-A4EC-F1252B8426A5}" type="presParOf" srcId="{D5104161-82F0-2542-B692-AC6405250C57}" destId="{FC2D2309-385A-3740-BF3E-CF9506E0CF35}" srcOrd="10" destOrd="0" presId="urn:microsoft.com/office/officeart/2005/8/layout/process5"/>
    <dgm:cxn modelId="{D3C2D13B-1DF1-5E41-B1DA-FC6E53F53DD6}" type="presParOf" srcId="{D5104161-82F0-2542-B692-AC6405250C57}" destId="{865D3BDC-86AD-064F-A720-6EA579B13284}" srcOrd="11" destOrd="0" presId="urn:microsoft.com/office/officeart/2005/8/layout/process5"/>
    <dgm:cxn modelId="{80C498BA-5713-C24C-861D-5D68936762B4}" type="presParOf" srcId="{865D3BDC-86AD-064F-A720-6EA579B13284}" destId="{F62AE377-78DF-F849-9CF6-F7C54F9A020A}" srcOrd="0" destOrd="0" presId="urn:microsoft.com/office/officeart/2005/8/layout/process5"/>
    <dgm:cxn modelId="{0C30937D-0BCD-AD4B-8D11-48CD283B8450}" type="presParOf" srcId="{D5104161-82F0-2542-B692-AC6405250C57}" destId="{4E0F5EB4-D407-4547-8089-5FB7E98061FE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DC867D-066E-47CD-8DA7-8CD892457BBE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C48BF0C6-FD64-464D-98D6-66FA6E40D44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High drop-offs during KYC/document steps and repeated rework</a:t>
          </a:r>
          <a:endParaRPr lang="en-US" dirty="0"/>
        </a:p>
      </dgm:t>
    </dgm:pt>
    <dgm:pt modelId="{3AD574BB-4D87-4AB0-A5E4-444034E01029}" type="parTrans" cxnId="{0FC13EA4-CCE8-4785-9F13-CAE2634723CA}">
      <dgm:prSet/>
      <dgm:spPr/>
      <dgm:t>
        <a:bodyPr/>
        <a:lstStyle/>
        <a:p>
          <a:endParaRPr lang="en-US"/>
        </a:p>
      </dgm:t>
    </dgm:pt>
    <dgm:pt modelId="{90A3E513-B6A5-4061-891A-6303BFF09637}" type="sibTrans" cxnId="{0FC13EA4-CCE8-4785-9F13-CAE2634723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831EAD-6636-4911-B869-C0544196BDD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Fragmented policy and eligibility checks</a:t>
          </a:r>
          <a:endParaRPr lang="en-US" dirty="0"/>
        </a:p>
      </dgm:t>
    </dgm:pt>
    <dgm:pt modelId="{FF444BEF-63DA-4E5A-A18E-5CADBB4A3458}" type="parTrans" cxnId="{FAA14FAB-CC98-4F08-A6F5-F0B40B8FF78A}">
      <dgm:prSet/>
      <dgm:spPr/>
      <dgm:t>
        <a:bodyPr/>
        <a:lstStyle/>
        <a:p>
          <a:endParaRPr lang="en-US"/>
        </a:p>
      </dgm:t>
    </dgm:pt>
    <dgm:pt modelId="{574E13AE-ECFA-445D-89DA-18EF39C9750F}" type="sibTrans" cxnId="{FAA14FAB-CC98-4F08-A6F5-F0B40B8FF7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DD05DA3-88C0-449C-B92B-ED406B86285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Lack of intelligent pre-underwriting guidance</a:t>
          </a:r>
          <a:endParaRPr lang="en-US" dirty="0"/>
        </a:p>
      </dgm:t>
    </dgm:pt>
    <dgm:pt modelId="{8CE8E2B6-7702-4127-9382-A31679EA307B}" type="parTrans" cxnId="{3CAF8BC8-0E93-4E43-962F-6203A7836FEE}">
      <dgm:prSet/>
      <dgm:spPr/>
      <dgm:t>
        <a:bodyPr/>
        <a:lstStyle/>
        <a:p>
          <a:endParaRPr lang="en-US"/>
        </a:p>
      </dgm:t>
    </dgm:pt>
    <dgm:pt modelId="{B320FF3A-4842-4C6C-A0EA-229F54A0A7AD}" type="sibTrans" cxnId="{3CAF8BC8-0E93-4E43-962F-6203A7836FEE}">
      <dgm:prSet/>
      <dgm:spPr/>
      <dgm:t>
        <a:bodyPr/>
        <a:lstStyle/>
        <a:p>
          <a:endParaRPr lang="en-US"/>
        </a:p>
      </dgm:t>
    </dgm:pt>
    <dgm:pt modelId="{5DA109D3-18E1-4652-8ECC-7E923D03EEC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Manual reviews for exceptions → inconsistent decisions</a:t>
          </a:r>
          <a:endParaRPr lang="en-US" dirty="0"/>
        </a:p>
      </dgm:t>
    </dgm:pt>
    <dgm:pt modelId="{6B909F16-CF07-4FC4-ACC5-C9D94829D7A1}" type="sibTrans" cxnId="{F4C5DF25-5823-44C0-A233-8CC1D63C66B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152668F-C65F-4CF1-BBDB-511911B09921}" type="parTrans" cxnId="{F4C5DF25-5823-44C0-A233-8CC1D63C66B8}">
      <dgm:prSet/>
      <dgm:spPr/>
      <dgm:t>
        <a:bodyPr/>
        <a:lstStyle/>
        <a:p>
          <a:endParaRPr lang="en-US"/>
        </a:p>
      </dgm:t>
    </dgm:pt>
    <dgm:pt modelId="{EA0858F3-6B85-7E42-AD88-187C0004D525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Policy interpretation scattered across documents / SMEs → slow change rollout</a:t>
          </a:r>
          <a:endParaRPr lang="en-GB" dirty="0"/>
        </a:p>
      </dgm:t>
    </dgm:pt>
    <dgm:pt modelId="{60020D25-BA3A-6742-B086-A90745A30BB9}" type="parTrans" cxnId="{D961C600-46E3-F347-8221-5E2BDD98FCC1}">
      <dgm:prSet/>
      <dgm:spPr/>
      <dgm:t>
        <a:bodyPr/>
        <a:lstStyle/>
        <a:p>
          <a:endParaRPr lang="en-GB"/>
        </a:p>
      </dgm:t>
    </dgm:pt>
    <dgm:pt modelId="{075361D4-A527-B34A-8706-66FC7C077C4B}" type="sibTrans" cxnId="{D961C600-46E3-F347-8221-5E2BDD98FCC1}">
      <dgm:prSet/>
      <dgm:spPr/>
      <dgm:t>
        <a:bodyPr/>
        <a:lstStyle/>
        <a:p>
          <a:endParaRPr lang="en-GB"/>
        </a:p>
      </dgm:t>
    </dgm:pt>
    <dgm:pt modelId="{AE036805-6622-3F48-B4B1-F23DB5F0686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/>
            <a:t>Fraud/quality issues because validation is reactive not proactive</a:t>
          </a:r>
          <a:endParaRPr lang="en-GB" dirty="0"/>
        </a:p>
      </dgm:t>
    </dgm:pt>
    <dgm:pt modelId="{21356C06-44F8-3C45-A21A-9E068091606B}" type="parTrans" cxnId="{730BCACC-0CE3-BF4F-8F1D-055033DDB256}">
      <dgm:prSet/>
      <dgm:spPr/>
      <dgm:t>
        <a:bodyPr/>
        <a:lstStyle/>
        <a:p>
          <a:endParaRPr lang="en-GB"/>
        </a:p>
      </dgm:t>
    </dgm:pt>
    <dgm:pt modelId="{83A28CFE-A465-AD4E-8CA8-4CEEA5A9F4FA}" type="sibTrans" cxnId="{730BCACC-0CE3-BF4F-8F1D-055033DDB256}">
      <dgm:prSet/>
      <dgm:spPr/>
      <dgm:t>
        <a:bodyPr/>
        <a:lstStyle/>
        <a:p>
          <a:endParaRPr lang="en-GB"/>
        </a:p>
      </dgm:t>
    </dgm:pt>
    <dgm:pt modelId="{B7F9F7A4-371E-0444-A854-334841EDC9D0}" type="pres">
      <dgm:prSet presAssocID="{64DC867D-066E-47CD-8DA7-8CD892457BBE}" presName="linear" presStyleCnt="0">
        <dgm:presLayoutVars>
          <dgm:animLvl val="lvl"/>
          <dgm:resizeHandles val="exact"/>
        </dgm:presLayoutVars>
      </dgm:prSet>
      <dgm:spPr/>
    </dgm:pt>
    <dgm:pt modelId="{3B9D00C4-1012-9C4A-89D6-E3527E410ECD}" type="pres">
      <dgm:prSet presAssocID="{EA0858F3-6B85-7E42-AD88-187C0004D525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8D5D01D-0780-AC47-ACCA-62BB7DB15959}" type="pres">
      <dgm:prSet presAssocID="{075361D4-A527-B34A-8706-66FC7C077C4B}" presName="spacer" presStyleCnt="0"/>
      <dgm:spPr/>
    </dgm:pt>
    <dgm:pt modelId="{4403A98E-5215-E74C-B7F1-048C87C3D4DB}" type="pres">
      <dgm:prSet presAssocID="{C48BF0C6-FD64-464D-98D6-66FA6E40D44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F6744FF-1522-2B46-BC02-A0372C620560}" type="pres">
      <dgm:prSet presAssocID="{90A3E513-B6A5-4061-891A-6303BFF09637}" presName="spacer" presStyleCnt="0"/>
      <dgm:spPr/>
    </dgm:pt>
    <dgm:pt modelId="{15AC1649-CAAC-8944-B209-70D1B7F6746D}" type="pres">
      <dgm:prSet presAssocID="{AE036805-6622-3F48-B4B1-F23DB5F0686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1A918DE-348A-E14E-AF2A-B0612505F187}" type="pres">
      <dgm:prSet presAssocID="{83A28CFE-A465-AD4E-8CA8-4CEEA5A9F4FA}" presName="spacer" presStyleCnt="0"/>
      <dgm:spPr/>
    </dgm:pt>
    <dgm:pt modelId="{F432B57E-D012-B848-924F-D41BB0647F60}" type="pres">
      <dgm:prSet presAssocID="{E5831EAD-6636-4911-B869-C0544196BDD6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3A1DA2E-D8D7-8749-B320-E647F629E575}" type="pres">
      <dgm:prSet presAssocID="{574E13AE-ECFA-445D-89DA-18EF39C9750F}" presName="spacer" presStyleCnt="0"/>
      <dgm:spPr/>
    </dgm:pt>
    <dgm:pt modelId="{3A493646-A156-1648-9F23-328DCC259459}" type="pres">
      <dgm:prSet presAssocID="{5DA109D3-18E1-4652-8ECC-7E923D03EEC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9EA60B5-A05A-0E4B-9274-5FB3B4CFBB29}" type="pres">
      <dgm:prSet presAssocID="{6B909F16-CF07-4FC4-ACC5-C9D94829D7A1}" presName="spacer" presStyleCnt="0"/>
      <dgm:spPr/>
    </dgm:pt>
    <dgm:pt modelId="{D1236122-7545-194E-8C10-A8E8811700C9}" type="pres">
      <dgm:prSet presAssocID="{CDD05DA3-88C0-449C-B92B-ED406B86285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961C600-46E3-F347-8221-5E2BDD98FCC1}" srcId="{64DC867D-066E-47CD-8DA7-8CD892457BBE}" destId="{EA0858F3-6B85-7E42-AD88-187C0004D525}" srcOrd="0" destOrd="0" parTransId="{60020D25-BA3A-6742-B086-A90745A30BB9}" sibTransId="{075361D4-A527-B34A-8706-66FC7C077C4B}"/>
    <dgm:cxn modelId="{CBECB503-1625-4E41-89D1-6623686F4910}" type="presOf" srcId="{AE036805-6622-3F48-B4B1-F23DB5F06869}" destId="{15AC1649-CAAC-8944-B209-70D1B7F6746D}" srcOrd="0" destOrd="0" presId="urn:microsoft.com/office/officeart/2005/8/layout/vList2"/>
    <dgm:cxn modelId="{996F2A07-365D-F44E-AC8B-8599039CCF6B}" type="presOf" srcId="{E5831EAD-6636-4911-B869-C0544196BDD6}" destId="{F432B57E-D012-B848-924F-D41BB0647F60}" srcOrd="0" destOrd="0" presId="urn:microsoft.com/office/officeart/2005/8/layout/vList2"/>
    <dgm:cxn modelId="{89640108-86D7-6C4D-B03C-C2F460D8A8E0}" type="presOf" srcId="{5DA109D3-18E1-4652-8ECC-7E923D03EEC7}" destId="{3A493646-A156-1648-9F23-328DCC259459}" srcOrd="0" destOrd="0" presId="urn:microsoft.com/office/officeart/2005/8/layout/vList2"/>
    <dgm:cxn modelId="{F4C5DF25-5823-44C0-A233-8CC1D63C66B8}" srcId="{64DC867D-066E-47CD-8DA7-8CD892457BBE}" destId="{5DA109D3-18E1-4652-8ECC-7E923D03EEC7}" srcOrd="4" destOrd="0" parTransId="{3152668F-C65F-4CF1-BBDB-511911B09921}" sibTransId="{6B909F16-CF07-4FC4-ACC5-C9D94829D7A1}"/>
    <dgm:cxn modelId="{746EE427-6AA2-2548-B951-4A45F896E211}" type="presOf" srcId="{EA0858F3-6B85-7E42-AD88-187C0004D525}" destId="{3B9D00C4-1012-9C4A-89D6-E3527E410ECD}" srcOrd="0" destOrd="0" presId="urn:microsoft.com/office/officeart/2005/8/layout/vList2"/>
    <dgm:cxn modelId="{D93C3332-A406-5647-9F76-15CC22B018CB}" type="presOf" srcId="{CDD05DA3-88C0-449C-B92B-ED406B86285B}" destId="{D1236122-7545-194E-8C10-A8E8811700C9}" srcOrd="0" destOrd="0" presId="urn:microsoft.com/office/officeart/2005/8/layout/vList2"/>
    <dgm:cxn modelId="{30B63C77-4E37-BF48-AEAF-0AF7D56D04A9}" type="presOf" srcId="{C48BF0C6-FD64-464D-98D6-66FA6E40D441}" destId="{4403A98E-5215-E74C-B7F1-048C87C3D4DB}" srcOrd="0" destOrd="0" presId="urn:microsoft.com/office/officeart/2005/8/layout/vList2"/>
    <dgm:cxn modelId="{8B01437A-EA24-6249-A84C-AD268A278C35}" type="presOf" srcId="{64DC867D-066E-47CD-8DA7-8CD892457BBE}" destId="{B7F9F7A4-371E-0444-A854-334841EDC9D0}" srcOrd="0" destOrd="0" presId="urn:microsoft.com/office/officeart/2005/8/layout/vList2"/>
    <dgm:cxn modelId="{0FC13EA4-CCE8-4785-9F13-CAE2634723CA}" srcId="{64DC867D-066E-47CD-8DA7-8CD892457BBE}" destId="{C48BF0C6-FD64-464D-98D6-66FA6E40D441}" srcOrd="1" destOrd="0" parTransId="{3AD574BB-4D87-4AB0-A5E4-444034E01029}" sibTransId="{90A3E513-B6A5-4061-891A-6303BFF09637}"/>
    <dgm:cxn modelId="{FAA14FAB-CC98-4F08-A6F5-F0B40B8FF78A}" srcId="{64DC867D-066E-47CD-8DA7-8CD892457BBE}" destId="{E5831EAD-6636-4911-B869-C0544196BDD6}" srcOrd="3" destOrd="0" parTransId="{FF444BEF-63DA-4E5A-A18E-5CADBB4A3458}" sibTransId="{574E13AE-ECFA-445D-89DA-18EF39C9750F}"/>
    <dgm:cxn modelId="{3CAF8BC8-0E93-4E43-962F-6203A7836FEE}" srcId="{64DC867D-066E-47CD-8DA7-8CD892457BBE}" destId="{CDD05DA3-88C0-449C-B92B-ED406B86285B}" srcOrd="5" destOrd="0" parTransId="{8CE8E2B6-7702-4127-9382-A31679EA307B}" sibTransId="{B320FF3A-4842-4C6C-A0EA-229F54A0A7AD}"/>
    <dgm:cxn modelId="{730BCACC-0CE3-BF4F-8F1D-055033DDB256}" srcId="{64DC867D-066E-47CD-8DA7-8CD892457BBE}" destId="{AE036805-6622-3F48-B4B1-F23DB5F06869}" srcOrd="2" destOrd="0" parTransId="{21356C06-44F8-3C45-A21A-9E068091606B}" sibTransId="{83A28CFE-A465-AD4E-8CA8-4CEEA5A9F4FA}"/>
    <dgm:cxn modelId="{0BFFD24E-E6C5-6747-86EB-BCF7E800C5FC}" type="presParOf" srcId="{B7F9F7A4-371E-0444-A854-334841EDC9D0}" destId="{3B9D00C4-1012-9C4A-89D6-E3527E410ECD}" srcOrd="0" destOrd="0" presId="urn:microsoft.com/office/officeart/2005/8/layout/vList2"/>
    <dgm:cxn modelId="{6B2EA366-58F0-344A-A0FC-AF02412EF562}" type="presParOf" srcId="{B7F9F7A4-371E-0444-A854-334841EDC9D0}" destId="{98D5D01D-0780-AC47-ACCA-62BB7DB15959}" srcOrd="1" destOrd="0" presId="urn:microsoft.com/office/officeart/2005/8/layout/vList2"/>
    <dgm:cxn modelId="{21F3A65E-6B67-614F-BE2D-81819A502A05}" type="presParOf" srcId="{B7F9F7A4-371E-0444-A854-334841EDC9D0}" destId="{4403A98E-5215-E74C-B7F1-048C87C3D4DB}" srcOrd="2" destOrd="0" presId="urn:microsoft.com/office/officeart/2005/8/layout/vList2"/>
    <dgm:cxn modelId="{9F0B0FD7-5489-8341-A6F3-3C16D072122D}" type="presParOf" srcId="{B7F9F7A4-371E-0444-A854-334841EDC9D0}" destId="{3F6744FF-1522-2B46-BC02-A0372C620560}" srcOrd="3" destOrd="0" presId="urn:microsoft.com/office/officeart/2005/8/layout/vList2"/>
    <dgm:cxn modelId="{7C165AAC-FCCA-AB43-A6E1-35C385E0310C}" type="presParOf" srcId="{B7F9F7A4-371E-0444-A854-334841EDC9D0}" destId="{15AC1649-CAAC-8944-B209-70D1B7F6746D}" srcOrd="4" destOrd="0" presId="urn:microsoft.com/office/officeart/2005/8/layout/vList2"/>
    <dgm:cxn modelId="{6D700FDE-913C-0F4C-9B1F-4D589A18426B}" type="presParOf" srcId="{B7F9F7A4-371E-0444-A854-334841EDC9D0}" destId="{71A918DE-348A-E14E-AF2A-B0612505F187}" srcOrd="5" destOrd="0" presId="urn:microsoft.com/office/officeart/2005/8/layout/vList2"/>
    <dgm:cxn modelId="{235771B1-E678-3F47-9317-58FF7AA57CE1}" type="presParOf" srcId="{B7F9F7A4-371E-0444-A854-334841EDC9D0}" destId="{F432B57E-D012-B848-924F-D41BB0647F60}" srcOrd="6" destOrd="0" presId="urn:microsoft.com/office/officeart/2005/8/layout/vList2"/>
    <dgm:cxn modelId="{A1B870CE-6E1C-144A-86E2-EDD5147FFF08}" type="presParOf" srcId="{B7F9F7A4-371E-0444-A854-334841EDC9D0}" destId="{C3A1DA2E-D8D7-8749-B320-E647F629E575}" srcOrd="7" destOrd="0" presId="urn:microsoft.com/office/officeart/2005/8/layout/vList2"/>
    <dgm:cxn modelId="{FCAA6901-BB83-B649-AB2E-E00CA3AE3DB0}" type="presParOf" srcId="{B7F9F7A4-371E-0444-A854-334841EDC9D0}" destId="{3A493646-A156-1648-9F23-328DCC259459}" srcOrd="8" destOrd="0" presId="urn:microsoft.com/office/officeart/2005/8/layout/vList2"/>
    <dgm:cxn modelId="{BAB31D04-D63F-9D46-AB26-954F91334C22}" type="presParOf" srcId="{B7F9F7A4-371E-0444-A854-334841EDC9D0}" destId="{39EA60B5-A05A-0E4B-9274-5FB3B4CFBB29}" srcOrd="9" destOrd="0" presId="urn:microsoft.com/office/officeart/2005/8/layout/vList2"/>
    <dgm:cxn modelId="{96A31AB3-C411-D04A-A46C-416CDA5B6921}" type="presParOf" srcId="{B7F9F7A4-371E-0444-A854-334841EDC9D0}" destId="{D1236122-7545-194E-8C10-A8E8811700C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ACF73A4-E711-4192-A4DB-0C760C28DCD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D0EF8FC8-42A2-4C3C-9172-08220530279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Policy Intelligence Agent</a:t>
          </a:r>
          <a:endParaRPr lang="en-US"/>
        </a:p>
      </dgm:t>
    </dgm:pt>
    <dgm:pt modelId="{F7B98FBB-170C-43DA-9041-726077111285}" type="parTrans" cxnId="{07E1C439-7339-496A-AE6F-63B0D3F8662C}">
      <dgm:prSet/>
      <dgm:spPr/>
      <dgm:t>
        <a:bodyPr/>
        <a:lstStyle/>
        <a:p>
          <a:endParaRPr lang="en-US"/>
        </a:p>
      </dgm:t>
    </dgm:pt>
    <dgm:pt modelId="{95E45E29-82D5-450D-95E4-6648A2AF0BB4}" type="sibTrans" cxnId="{07E1C439-7339-496A-AE6F-63B0D3F8662C}">
      <dgm:prSet/>
      <dgm:spPr/>
      <dgm:t>
        <a:bodyPr/>
        <a:lstStyle/>
        <a:p>
          <a:endParaRPr lang="en-US"/>
        </a:p>
      </dgm:t>
    </dgm:pt>
    <dgm:pt modelId="{B60CEFC8-FEC5-41C1-97A7-54CF2F377DE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Retrieval-Augmented Generation (RAG)</a:t>
          </a:r>
          <a:endParaRPr lang="en-US"/>
        </a:p>
      </dgm:t>
    </dgm:pt>
    <dgm:pt modelId="{E875C5E2-9E97-4C2E-8472-AA22CCADBF91}" type="parTrans" cxnId="{8856B6B8-A9D1-4F43-AC75-8C5601D845CE}">
      <dgm:prSet/>
      <dgm:spPr/>
      <dgm:t>
        <a:bodyPr/>
        <a:lstStyle/>
        <a:p>
          <a:endParaRPr lang="en-US"/>
        </a:p>
      </dgm:t>
    </dgm:pt>
    <dgm:pt modelId="{97B09DB0-B3EF-4F3E-9EAA-E549B19E521F}" type="sibTrans" cxnId="{8856B6B8-A9D1-4F43-AC75-8C5601D845CE}">
      <dgm:prSet/>
      <dgm:spPr/>
      <dgm:t>
        <a:bodyPr/>
        <a:lstStyle/>
        <a:p>
          <a:endParaRPr lang="en-US"/>
        </a:p>
      </dgm:t>
    </dgm:pt>
    <dgm:pt modelId="{AEFBB30B-67E4-47B8-AB44-F668F029091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Citation-enforced responses</a:t>
          </a:r>
          <a:endParaRPr lang="en-US"/>
        </a:p>
      </dgm:t>
    </dgm:pt>
    <dgm:pt modelId="{323FBB52-206F-460A-9612-6E31FC8F034F}" type="parTrans" cxnId="{36CAE72D-61B8-4093-88EC-EA6EF9B003FF}">
      <dgm:prSet/>
      <dgm:spPr/>
      <dgm:t>
        <a:bodyPr/>
        <a:lstStyle/>
        <a:p>
          <a:endParaRPr lang="en-US"/>
        </a:p>
      </dgm:t>
    </dgm:pt>
    <dgm:pt modelId="{192CF47E-B436-45E5-8F1E-92DE90FCB192}" type="sibTrans" cxnId="{36CAE72D-61B8-4093-88EC-EA6EF9B003FF}">
      <dgm:prSet/>
      <dgm:spPr/>
      <dgm:t>
        <a:bodyPr/>
        <a:lstStyle/>
        <a:p>
          <a:endParaRPr lang="en-US"/>
        </a:p>
      </dgm:t>
    </dgm:pt>
    <dgm:pt modelId="{6DCF7554-8148-456C-A9E7-8298847C557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KB freshness controls</a:t>
          </a:r>
          <a:endParaRPr lang="en-US"/>
        </a:p>
      </dgm:t>
    </dgm:pt>
    <dgm:pt modelId="{6A043A35-9095-455F-9C49-9B89AAE2573F}" type="parTrans" cxnId="{D727FC20-8DE2-4064-9E72-7F423E23F390}">
      <dgm:prSet/>
      <dgm:spPr/>
      <dgm:t>
        <a:bodyPr/>
        <a:lstStyle/>
        <a:p>
          <a:endParaRPr lang="en-US"/>
        </a:p>
      </dgm:t>
    </dgm:pt>
    <dgm:pt modelId="{EB3F7535-863A-427A-B6EC-AADD46942372}" type="sibTrans" cxnId="{D727FC20-8DE2-4064-9E72-7F423E23F390}">
      <dgm:prSet/>
      <dgm:spPr/>
      <dgm:t>
        <a:bodyPr/>
        <a:lstStyle/>
        <a:p>
          <a:endParaRPr lang="en-US"/>
        </a:p>
      </dgm:t>
    </dgm:pt>
    <dgm:pt modelId="{C91C0B4B-9249-4B50-BE39-FE258D8C84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Document Intelligence Agent</a:t>
          </a:r>
          <a:endParaRPr lang="en-US"/>
        </a:p>
      </dgm:t>
    </dgm:pt>
    <dgm:pt modelId="{CBD21658-ADA8-42E2-BD8F-6CB0DBEC4A73}" type="parTrans" cxnId="{0BADCCB3-8F8A-4B41-83AF-74BB76B641BA}">
      <dgm:prSet/>
      <dgm:spPr/>
      <dgm:t>
        <a:bodyPr/>
        <a:lstStyle/>
        <a:p>
          <a:endParaRPr lang="en-US"/>
        </a:p>
      </dgm:t>
    </dgm:pt>
    <dgm:pt modelId="{914681BA-99DA-49F5-9CBB-B39966FC7267}" type="sibTrans" cxnId="{0BADCCB3-8F8A-4B41-83AF-74BB76B641BA}">
      <dgm:prSet/>
      <dgm:spPr/>
      <dgm:t>
        <a:bodyPr/>
        <a:lstStyle/>
        <a:p>
          <a:endParaRPr lang="en-US"/>
        </a:p>
      </dgm:t>
    </dgm:pt>
    <dgm:pt modelId="{719D2A28-D415-4AE8-80A9-E1E21C4481E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Layout-aware OCR</a:t>
          </a:r>
          <a:endParaRPr lang="en-US"/>
        </a:p>
      </dgm:t>
    </dgm:pt>
    <dgm:pt modelId="{2E4423FC-D0F9-46B7-A436-010DFF089218}" type="parTrans" cxnId="{DED7A8B9-44BB-4070-8FB2-E3ECBE018913}">
      <dgm:prSet/>
      <dgm:spPr/>
      <dgm:t>
        <a:bodyPr/>
        <a:lstStyle/>
        <a:p>
          <a:endParaRPr lang="en-US"/>
        </a:p>
      </dgm:t>
    </dgm:pt>
    <dgm:pt modelId="{22EED87E-B44F-413A-B29D-24657F75DD18}" type="sibTrans" cxnId="{DED7A8B9-44BB-4070-8FB2-E3ECBE018913}">
      <dgm:prSet/>
      <dgm:spPr/>
      <dgm:t>
        <a:bodyPr/>
        <a:lstStyle/>
        <a:p>
          <a:endParaRPr lang="en-US"/>
        </a:p>
      </dgm:t>
    </dgm:pt>
    <dgm:pt modelId="{09BA8CC1-14DC-4176-928C-0BA917FE8A3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Structured field extraction</a:t>
          </a:r>
          <a:endParaRPr lang="en-US"/>
        </a:p>
      </dgm:t>
    </dgm:pt>
    <dgm:pt modelId="{F2ED3D33-1F44-472A-A048-4A16594685BD}" type="parTrans" cxnId="{7A983379-F54F-4DC0-8273-BC4CD23539E5}">
      <dgm:prSet/>
      <dgm:spPr/>
      <dgm:t>
        <a:bodyPr/>
        <a:lstStyle/>
        <a:p>
          <a:endParaRPr lang="en-US"/>
        </a:p>
      </dgm:t>
    </dgm:pt>
    <dgm:pt modelId="{CCD20142-6992-4029-A99E-54873B0EB4EC}" type="sibTrans" cxnId="{7A983379-F54F-4DC0-8273-BC4CD23539E5}">
      <dgm:prSet/>
      <dgm:spPr/>
      <dgm:t>
        <a:bodyPr/>
        <a:lstStyle/>
        <a:p>
          <a:endParaRPr lang="en-US"/>
        </a:p>
      </dgm:t>
    </dgm:pt>
    <dgm:pt modelId="{69694ACB-F9B2-4C95-A7F3-FF2A338E5BF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Confidence scoring</a:t>
          </a:r>
          <a:endParaRPr lang="en-US"/>
        </a:p>
      </dgm:t>
    </dgm:pt>
    <dgm:pt modelId="{403B2FD6-21E4-4911-B1FB-8DB2D2B64231}" type="parTrans" cxnId="{D19A6B0D-5EFA-4D21-BFEB-CC8A8BD70AA5}">
      <dgm:prSet/>
      <dgm:spPr/>
      <dgm:t>
        <a:bodyPr/>
        <a:lstStyle/>
        <a:p>
          <a:endParaRPr lang="en-US"/>
        </a:p>
      </dgm:t>
    </dgm:pt>
    <dgm:pt modelId="{607F125D-D35E-4027-B6F9-75347066B801}" type="sibTrans" cxnId="{D19A6B0D-5EFA-4D21-BFEB-CC8A8BD70AA5}">
      <dgm:prSet/>
      <dgm:spPr/>
      <dgm:t>
        <a:bodyPr/>
        <a:lstStyle/>
        <a:p>
          <a:endParaRPr lang="en-US"/>
        </a:p>
      </dgm:t>
    </dgm:pt>
    <dgm:pt modelId="{D951FE0E-51CE-4BC4-8B9F-590B3196AD9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Validation Agent</a:t>
          </a:r>
          <a:endParaRPr lang="en-US"/>
        </a:p>
      </dgm:t>
    </dgm:pt>
    <dgm:pt modelId="{A9EE4BD1-29BE-4C9D-BDE9-C1E01DD176CA}" type="parTrans" cxnId="{4C04A495-8D6E-40F9-B9E2-D2D4125E8242}">
      <dgm:prSet/>
      <dgm:spPr/>
      <dgm:t>
        <a:bodyPr/>
        <a:lstStyle/>
        <a:p>
          <a:endParaRPr lang="en-US"/>
        </a:p>
      </dgm:t>
    </dgm:pt>
    <dgm:pt modelId="{F685E28C-31E6-4748-9975-D79E1FAAB388}" type="sibTrans" cxnId="{4C04A495-8D6E-40F9-B9E2-D2D4125E8242}">
      <dgm:prSet/>
      <dgm:spPr/>
      <dgm:t>
        <a:bodyPr/>
        <a:lstStyle/>
        <a:p>
          <a:endParaRPr lang="en-US"/>
        </a:p>
      </dgm:t>
    </dgm:pt>
    <dgm:pt modelId="{A69498A8-B691-4FFA-811F-9B2A09F1970F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Fuzzy matching logic</a:t>
          </a:r>
          <a:endParaRPr lang="en-US"/>
        </a:p>
      </dgm:t>
    </dgm:pt>
    <dgm:pt modelId="{86664547-A0C6-493D-8C6C-7813B87B4B62}" type="parTrans" cxnId="{C9AB18FB-4905-496A-BD27-D58D036B1120}">
      <dgm:prSet/>
      <dgm:spPr/>
      <dgm:t>
        <a:bodyPr/>
        <a:lstStyle/>
        <a:p>
          <a:endParaRPr lang="en-US"/>
        </a:p>
      </dgm:t>
    </dgm:pt>
    <dgm:pt modelId="{9445A88A-F342-4AD3-B967-3FF5085735D9}" type="sibTrans" cxnId="{C9AB18FB-4905-496A-BD27-D58D036B1120}">
      <dgm:prSet/>
      <dgm:spPr/>
      <dgm:t>
        <a:bodyPr/>
        <a:lstStyle/>
        <a:p>
          <a:endParaRPr lang="en-US"/>
        </a:p>
      </dgm:t>
    </dgm:pt>
    <dgm:pt modelId="{71AD1264-EDA1-4FB6-B452-27A765F5E41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Threshold-based mismatch handling</a:t>
          </a:r>
          <a:endParaRPr lang="en-US"/>
        </a:p>
      </dgm:t>
    </dgm:pt>
    <dgm:pt modelId="{9B699231-A22B-4DD2-937F-9AC6C75805BD}" type="parTrans" cxnId="{1780590A-04A7-40E9-8763-7E6B19DF99CE}">
      <dgm:prSet/>
      <dgm:spPr/>
      <dgm:t>
        <a:bodyPr/>
        <a:lstStyle/>
        <a:p>
          <a:endParaRPr lang="en-US"/>
        </a:p>
      </dgm:t>
    </dgm:pt>
    <dgm:pt modelId="{53741BE3-1F91-4704-B2C0-DBACAC57CB6E}" type="sibTrans" cxnId="{1780590A-04A7-40E9-8763-7E6B19DF99CE}">
      <dgm:prSet/>
      <dgm:spPr/>
      <dgm:t>
        <a:bodyPr/>
        <a:lstStyle/>
        <a:p>
          <a:endParaRPr lang="en-US"/>
        </a:p>
      </dgm:t>
    </dgm:pt>
    <dgm:pt modelId="{7C86D7B1-17C3-407D-A01A-CCC3F2FDF3B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Eligibility Engine</a:t>
          </a:r>
          <a:endParaRPr lang="en-US"/>
        </a:p>
      </dgm:t>
    </dgm:pt>
    <dgm:pt modelId="{624B7F23-015E-45CF-B77E-F95E6B60E699}" type="parTrans" cxnId="{8DD00C21-8906-4BC6-9E57-1AA9E582F939}">
      <dgm:prSet/>
      <dgm:spPr/>
      <dgm:t>
        <a:bodyPr/>
        <a:lstStyle/>
        <a:p>
          <a:endParaRPr lang="en-US"/>
        </a:p>
      </dgm:t>
    </dgm:pt>
    <dgm:pt modelId="{B3EFB430-8B04-4ECA-832E-85C4D59B528F}" type="sibTrans" cxnId="{8DD00C21-8906-4BC6-9E57-1AA9E582F939}">
      <dgm:prSet/>
      <dgm:spPr/>
      <dgm:t>
        <a:bodyPr/>
        <a:lstStyle/>
        <a:p>
          <a:endParaRPr lang="en-US"/>
        </a:p>
      </dgm:t>
    </dgm:pt>
    <dgm:pt modelId="{8213D31E-6AB9-41DE-A906-3088CB079CD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Configurable rule engine</a:t>
          </a:r>
          <a:endParaRPr lang="en-US"/>
        </a:p>
      </dgm:t>
    </dgm:pt>
    <dgm:pt modelId="{2A77034A-8D79-4B75-B00A-26E5588876DA}" type="parTrans" cxnId="{BED69523-72A4-4FBF-8C16-B3C52B1F41AC}">
      <dgm:prSet/>
      <dgm:spPr/>
      <dgm:t>
        <a:bodyPr/>
        <a:lstStyle/>
        <a:p>
          <a:endParaRPr lang="en-US"/>
        </a:p>
      </dgm:t>
    </dgm:pt>
    <dgm:pt modelId="{78FF533E-3461-405F-AC2A-DF67DC874B11}" type="sibTrans" cxnId="{BED69523-72A4-4FBF-8C16-B3C52B1F41AC}">
      <dgm:prSet/>
      <dgm:spPr/>
      <dgm:t>
        <a:bodyPr/>
        <a:lstStyle/>
        <a:p>
          <a:endParaRPr lang="en-US"/>
        </a:p>
      </dgm:t>
    </dgm:pt>
    <dgm:pt modelId="{A83109CB-5081-413F-A5D3-D5B1992EE86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Conditional approval pathways</a:t>
          </a:r>
          <a:endParaRPr lang="en-US"/>
        </a:p>
      </dgm:t>
    </dgm:pt>
    <dgm:pt modelId="{47030D39-78E5-408A-9450-6FC7D01C9F2A}" type="parTrans" cxnId="{4165535D-EED9-4DE1-A65C-65864BC41A5A}">
      <dgm:prSet/>
      <dgm:spPr/>
      <dgm:t>
        <a:bodyPr/>
        <a:lstStyle/>
        <a:p>
          <a:endParaRPr lang="en-US"/>
        </a:p>
      </dgm:t>
    </dgm:pt>
    <dgm:pt modelId="{226AD7EC-F70E-486B-B2AF-1E65C3EA4847}" type="sibTrans" cxnId="{4165535D-EED9-4DE1-A65C-65864BC41A5A}">
      <dgm:prSet/>
      <dgm:spPr/>
      <dgm:t>
        <a:bodyPr/>
        <a:lstStyle/>
        <a:p>
          <a:endParaRPr lang="en-US"/>
        </a:p>
      </dgm:t>
    </dgm:pt>
    <dgm:pt modelId="{D1F214A5-9EEE-4925-B96E-9214A2F3E696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Alternative product recommendation</a:t>
          </a:r>
          <a:endParaRPr lang="en-US"/>
        </a:p>
      </dgm:t>
    </dgm:pt>
    <dgm:pt modelId="{29AF9B32-A2FF-431E-86C2-AB2405D101BD}" type="parTrans" cxnId="{BA97C9F4-8BC5-4077-9BB8-569089E2819A}">
      <dgm:prSet/>
      <dgm:spPr/>
      <dgm:t>
        <a:bodyPr/>
        <a:lstStyle/>
        <a:p>
          <a:endParaRPr lang="en-US"/>
        </a:p>
      </dgm:t>
    </dgm:pt>
    <dgm:pt modelId="{AA979D4C-A712-4825-8AB1-A4358889F5D5}" type="sibTrans" cxnId="{BA97C9F4-8BC5-4077-9BB8-569089E2819A}">
      <dgm:prSet/>
      <dgm:spPr/>
      <dgm:t>
        <a:bodyPr/>
        <a:lstStyle/>
        <a:p>
          <a:endParaRPr lang="en-US"/>
        </a:p>
      </dgm:t>
    </dgm:pt>
    <dgm:pt modelId="{BFA1AE6B-50AD-4CD9-8DFA-FDC2FBF217E0}" type="pres">
      <dgm:prSet presAssocID="{9ACF73A4-E711-4192-A4DB-0C760C28DCDB}" presName="root" presStyleCnt="0">
        <dgm:presLayoutVars>
          <dgm:dir/>
          <dgm:resizeHandles val="exact"/>
        </dgm:presLayoutVars>
      </dgm:prSet>
      <dgm:spPr/>
    </dgm:pt>
    <dgm:pt modelId="{D3EFE3D4-A64F-42B9-8018-52C0B263CDC3}" type="pres">
      <dgm:prSet presAssocID="{D0EF8FC8-42A2-4C3C-9172-082205302799}" presName="compNode" presStyleCnt="0"/>
      <dgm:spPr/>
    </dgm:pt>
    <dgm:pt modelId="{5F997CDE-D2EB-4C30-9340-02786BB03BD7}" type="pres">
      <dgm:prSet presAssocID="{D0EF8FC8-42A2-4C3C-9172-08220530279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5DF706B0-008F-4DC6-906C-914F1E3CA5BB}" type="pres">
      <dgm:prSet presAssocID="{D0EF8FC8-42A2-4C3C-9172-082205302799}" presName="iconSpace" presStyleCnt="0"/>
      <dgm:spPr/>
    </dgm:pt>
    <dgm:pt modelId="{5F06385B-C998-4C6E-87DA-102CCBBC18ED}" type="pres">
      <dgm:prSet presAssocID="{D0EF8FC8-42A2-4C3C-9172-082205302799}" presName="parTx" presStyleLbl="revTx" presStyleIdx="0" presStyleCnt="8">
        <dgm:presLayoutVars>
          <dgm:chMax val="0"/>
          <dgm:chPref val="0"/>
        </dgm:presLayoutVars>
      </dgm:prSet>
      <dgm:spPr/>
    </dgm:pt>
    <dgm:pt modelId="{1F91E1D0-F669-465C-BD0E-BE9A326F0905}" type="pres">
      <dgm:prSet presAssocID="{D0EF8FC8-42A2-4C3C-9172-082205302799}" presName="txSpace" presStyleCnt="0"/>
      <dgm:spPr/>
    </dgm:pt>
    <dgm:pt modelId="{5B6457BD-599C-4F6E-A3B1-A52EA9C88955}" type="pres">
      <dgm:prSet presAssocID="{D0EF8FC8-42A2-4C3C-9172-082205302799}" presName="desTx" presStyleLbl="revTx" presStyleIdx="1" presStyleCnt="8">
        <dgm:presLayoutVars/>
      </dgm:prSet>
      <dgm:spPr/>
    </dgm:pt>
    <dgm:pt modelId="{0AE4545E-9411-4EDD-8BA0-62022E34BD1C}" type="pres">
      <dgm:prSet presAssocID="{95E45E29-82D5-450D-95E4-6648A2AF0BB4}" presName="sibTrans" presStyleCnt="0"/>
      <dgm:spPr/>
    </dgm:pt>
    <dgm:pt modelId="{A691F0BC-FEB6-40D6-996D-601247763991}" type="pres">
      <dgm:prSet presAssocID="{C91C0B4B-9249-4B50-BE39-FE258D8C84A4}" presName="compNode" presStyleCnt="0"/>
      <dgm:spPr/>
    </dgm:pt>
    <dgm:pt modelId="{CDBCB4D3-3F47-498B-886C-7C20557A867C}" type="pres">
      <dgm:prSet presAssocID="{C91C0B4B-9249-4B50-BE39-FE258D8C84A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C1E8648-CE99-42D0-A109-5EF698AEDC32}" type="pres">
      <dgm:prSet presAssocID="{C91C0B4B-9249-4B50-BE39-FE258D8C84A4}" presName="iconSpace" presStyleCnt="0"/>
      <dgm:spPr/>
    </dgm:pt>
    <dgm:pt modelId="{CAADC389-10F6-45C1-8FEB-3A6F6252452F}" type="pres">
      <dgm:prSet presAssocID="{C91C0B4B-9249-4B50-BE39-FE258D8C84A4}" presName="parTx" presStyleLbl="revTx" presStyleIdx="2" presStyleCnt="8">
        <dgm:presLayoutVars>
          <dgm:chMax val="0"/>
          <dgm:chPref val="0"/>
        </dgm:presLayoutVars>
      </dgm:prSet>
      <dgm:spPr/>
    </dgm:pt>
    <dgm:pt modelId="{19DD2BE5-7B17-4F4F-82FF-5734B9E5D0D5}" type="pres">
      <dgm:prSet presAssocID="{C91C0B4B-9249-4B50-BE39-FE258D8C84A4}" presName="txSpace" presStyleCnt="0"/>
      <dgm:spPr/>
    </dgm:pt>
    <dgm:pt modelId="{FDB1A8BB-719E-44F6-9C8E-3813A56B23C5}" type="pres">
      <dgm:prSet presAssocID="{C91C0B4B-9249-4B50-BE39-FE258D8C84A4}" presName="desTx" presStyleLbl="revTx" presStyleIdx="3" presStyleCnt="8">
        <dgm:presLayoutVars/>
      </dgm:prSet>
      <dgm:spPr/>
    </dgm:pt>
    <dgm:pt modelId="{827B4422-51F9-42C2-807D-216F3D437905}" type="pres">
      <dgm:prSet presAssocID="{914681BA-99DA-49F5-9CBB-B39966FC7267}" presName="sibTrans" presStyleCnt="0"/>
      <dgm:spPr/>
    </dgm:pt>
    <dgm:pt modelId="{6336AB59-9A74-466D-B4AD-B2666AED6008}" type="pres">
      <dgm:prSet presAssocID="{D951FE0E-51CE-4BC4-8B9F-590B3196AD98}" presName="compNode" presStyleCnt="0"/>
      <dgm:spPr/>
    </dgm:pt>
    <dgm:pt modelId="{79E078FC-C538-4605-B989-45DD50E0CBB3}" type="pres">
      <dgm:prSet presAssocID="{D951FE0E-51CE-4BC4-8B9F-590B3196AD9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5F91354-A78F-47FC-AB4C-CE931BD60CC4}" type="pres">
      <dgm:prSet presAssocID="{D951FE0E-51CE-4BC4-8B9F-590B3196AD98}" presName="iconSpace" presStyleCnt="0"/>
      <dgm:spPr/>
    </dgm:pt>
    <dgm:pt modelId="{140FDBF9-6335-4448-8A0E-76CE70B60553}" type="pres">
      <dgm:prSet presAssocID="{D951FE0E-51CE-4BC4-8B9F-590B3196AD98}" presName="parTx" presStyleLbl="revTx" presStyleIdx="4" presStyleCnt="8">
        <dgm:presLayoutVars>
          <dgm:chMax val="0"/>
          <dgm:chPref val="0"/>
        </dgm:presLayoutVars>
      </dgm:prSet>
      <dgm:spPr/>
    </dgm:pt>
    <dgm:pt modelId="{ABD2140C-1DDA-43C6-8F4D-9A76981D9B4D}" type="pres">
      <dgm:prSet presAssocID="{D951FE0E-51CE-4BC4-8B9F-590B3196AD98}" presName="txSpace" presStyleCnt="0"/>
      <dgm:spPr/>
    </dgm:pt>
    <dgm:pt modelId="{7B5530CD-FEF8-4747-BDF2-3604FF08C5F7}" type="pres">
      <dgm:prSet presAssocID="{D951FE0E-51CE-4BC4-8B9F-590B3196AD98}" presName="desTx" presStyleLbl="revTx" presStyleIdx="5" presStyleCnt="8">
        <dgm:presLayoutVars/>
      </dgm:prSet>
      <dgm:spPr/>
    </dgm:pt>
    <dgm:pt modelId="{092FA201-23EC-42F4-9DCE-4C2E0E6F82E7}" type="pres">
      <dgm:prSet presAssocID="{F685E28C-31E6-4748-9975-D79E1FAAB388}" presName="sibTrans" presStyleCnt="0"/>
      <dgm:spPr/>
    </dgm:pt>
    <dgm:pt modelId="{29F2898C-3F90-441D-B976-43823FA22A9C}" type="pres">
      <dgm:prSet presAssocID="{7C86D7B1-17C3-407D-A01A-CCC3F2FDF3BC}" presName="compNode" presStyleCnt="0"/>
      <dgm:spPr/>
    </dgm:pt>
    <dgm:pt modelId="{7B1DF21C-5A0C-4B78-92E9-0E172D8EEE19}" type="pres">
      <dgm:prSet presAssocID="{7C86D7B1-17C3-407D-A01A-CCC3F2FDF3B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D74988A-FFCF-4327-A7B4-0AA278CD43EF}" type="pres">
      <dgm:prSet presAssocID="{7C86D7B1-17C3-407D-A01A-CCC3F2FDF3BC}" presName="iconSpace" presStyleCnt="0"/>
      <dgm:spPr/>
    </dgm:pt>
    <dgm:pt modelId="{37413521-B8F7-4257-B7AD-D22D22361B16}" type="pres">
      <dgm:prSet presAssocID="{7C86D7B1-17C3-407D-A01A-CCC3F2FDF3BC}" presName="parTx" presStyleLbl="revTx" presStyleIdx="6" presStyleCnt="8">
        <dgm:presLayoutVars>
          <dgm:chMax val="0"/>
          <dgm:chPref val="0"/>
        </dgm:presLayoutVars>
      </dgm:prSet>
      <dgm:spPr/>
    </dgm:pt>
    <dgm:pt modelId="{8977D16E-9E45-4891-AA67-49C1EE3CD3D5}" type="pres">
      <dgm:prSet presAssocID="{7C86D7B1-17C3-407D-A01A-CCC3F2FDF3BC}" presName="txSpace" presStyleCnt="0"/>
      <dgm:spPr/>
    </dgm:pt>
    <dgm:pt modelId="{3D5C2CA3-06E9-477D-894F-CD33F98B6158}" type="pres">
      <dgm:prSet presAssocID="{7C86D7B1-17C3-407D-A01A-CCC3F2FDF3BC}" presName="desTx" presStyleLbl="revTx" presStyleIdx="7" presStyleCnt="8">
        <dgm:presLayoutVars/>
      </dgm:prSet>
      <dgm:spPr/>
    </dgm:pt>
  </dgm:ptLst>
  <dgm:cxnLst>
    <dgm:cxn modelId="{1780590A-04A7-40E9-8763-7E6B19DF99CE}" srcId="{D951FE0E-51CE-4BC4-8B9F-590B3196AD98}" destId="{71AD1264-EDA1-4FB6-B452-27A765F5E417}" srcOrd="1" destOrd="0" parTransId="{9B699231-A22B-4DD2-937F-9AC6C75805BD}" sibTransId="{53741BE3-1F91-4704-B2C0-DBACAC57CB6E}"/>
    <dgm:cxn modelId="{F367EC0C-33AF-0040-91C0-DBF54A3FD521}" type="presOf" srcId="{A83109CB-5081-413F-A5D3-D5B1992EE860}" destId="{3D5C2CA3-06E9-477D-894F-CD33F98B6158}" srcOrd="0" destOrd="1" presId="urn:microsoft.com/office/officeart/2018/5/layout/CenteredIconLabelDescriptionList"/>
    <dgm:cxn modelId="{D19A6B0D-5EFA-4D21-BFEB-CC8A8BD70AA5}" srcId="{C91C0B4B-9249-4B50-BE39-FE258D8C84A4}" destId="{69694ACB-F9B2-4C95-A7F3-FF2A338E5BF7}" srcOrd="2" destOrd="0" parTransId="{403B2FD6-21E4-4911-B1FB-8DB2D2B64231}" sibTransId="{607F125D-D35E-4027-B6F9-75347066B801}"/>
    <dgm:cxn modelId="{D727FC20-8DE2-4064-9E72-7F423E23F390}" srcId="{D0EF8FC8-42A2-4C3C-9172-082205302799}" destId="{6DCF7554-8148-456C-A9E7-8298847C5572}" srcOrd="2" destOrd="0" parTransId="{6A043A35-9095-455F-9C49-9B89AAE2573F}" sibTransId="{EB3F7535-863A-427A-B6EC-AADD46942372}"/>
    <dgm:cxn modelId="{8DD00C21-8906-4BC6-9E57-1AA9E582F939}" srcId="{9ACF73A4-E711-4192-A4DB-0C760C28DCDB}" destId="{7C86D7B1-17C3-407D-A01A-CCC3F2FDF3BC}" srcOrd="3" destOrd="0" parTransId="{624B7F23-015E-45CF-B77E-F95E6B60E699}" sibTransId="{B3EFB430-8B04-4ECA-832E-85C4D59B528F}"/>
    <dgm:cxn modelId="{2B526322-8FA6-734F-9E72-0929F5E43170}" type="presOf" srcId="{8213D31E-6AB9-41DE-A906-3088CB079CD3}" destId="{3D5C2CA3-06E9-477D-894F-CD33F98B6158}" srcOrd="0" destOrd="0" presId="urn:microsoft.com/office/officeart/2018/5/layout/CenteredIconLabelDescriptionList"/>
    <dgm:cxn modelId="{BED69523-72A4-4FBF-8C16-B3C52B1F41AC}" srcId="{7C86D7B1-17C3-407D-A01A-CCC3F2FDF3BC}" destId="{8213D31E-6AB9-41DE-A906-3088CB079CD3}" srcOrd="0" destOrd="0" parTransId="{2A77034A-8D79-4B75-B00A-26E5588876DA}" sibTransId="{78FF533E-3461-405F-AC2A-DF67DC874B11}"/>
    <dgm:cxn modelId="{EC4D1A2A-3F87-C543-9AAF-2C7C993B3F3E}" type="presOf" srcId="{6DCF7554-8148-456C-A9E7-8298847C5572}" destId="{5B6457BD-599C-4F6E-A3B1-A52EA9C88955}" srcOrd="0" destOrd="2" presId="urn:microsoft.com/office/officeart/2018/5/layout/CenteredIconLabelDescriptionList"/>
    <dgm:cxn modelId="{36CAE72D-61B8-4093-88EC-EA6EF9B003FF}" srcId="{D0EF8FC8-42A2-4C3C-9172-082205302799}" destId="{AEFBB30B-67E4-47B8-AB44-F668F029091F}" srcOrd="1" destOrd="0" parTransId="{323FBB52-206F-460A-9612-6E31FC8F034F}" sibTransId="{192CF47E-B436-45E5-8F1E-92DE90FCB192}"/>
    <dgm:cxn modelId="{11B2FE38-2A0C-AD4C-8EF8-819B5A45B462}" type="presOf" srcId="{B60CEFC8-FEC5-41C1-97A7-54CF2F377DE0}" destId="{5B6457BD-599C-4F6E-A3B1-A52EA9C88955}" srcOrd="0" destOrd="0" presId="urn:microsoft.com/office/officeart/2018/5/layout/CenteredIconLabelDescriptionList"/>
    <dgm:cxn modelId="{07E1C439-7339-496A-AE6F-63B0D3F8662C}" srcId="{9ACF73A4-E711-4192-A4DB-0C760C28DCDB}" destId="{D0EF8FC8-42A2-4C3C-9172-082205302799}" srcOrd="0" destOrd="0" parTransId="{F7B98FBB-170C-43DA-9041-726077111285}" sibTransId="{95E45E29-82D5-450D-95E4-6648A2AF0BB4}"/>
    <dgm:cxn modelId="{6E428947-20EB-314D-B082-67F97FCF5959}" type="presOf" srcId="{D0EF8FC8-42A2-4C3C-9172-082205302799}" destId="{5F06385B-C998-4C6E-87DA-102CCBBC18ED}" srcOrd="0" destOrd="0" presId="urn:microsoft.com/office/officeart/2018/5/layout/CenteredIconLabelDescriptionList"/>
    <dgm:cxn modelId="{962A6949-9D83-ED43-9CA7-280509FCD0C8}" type="presOf" srcId="{9ACF73A4-E711-4192-A4DB-0C760C28DCDB}" destId="{BFA1AE6B-50AD-4CD9-8DFA-FDC2FBF217E0}" srcOrd="0" destOrd="0" presId="urn:microsoft.com/office/officeart/2018/5/layout/CenteredIconLabelDescriptionList"/>
    <dgm:cxn modelId="{1113105C-FA1D-DB48-B1EA-F7CCE6DF1696}" type="presOf" srcId="{7C86D7B1-17C3-407D-A01A-CCC3F2FDF3BC}" destId="{37413521-B8F7-4257-B7AD-D22D22361B16}" srcOrd="0" destOrd="0" presId="urn:microsoft.com/office/officeart/2018/5/layout/CenteredIconLabelDescriptionList"/>
    <dgm:cxn modelId="{4165535D-EED9-4DE1-A65C-65864BC41A5A}" srcId="{7C86D7B1-17C3-407D-A01A-CCC3F2FDF3BC}" destId="{A83109CB-5081-413F-A5D3-D5B1992EE860}" srcOrd="1" destOrd="0" parTransId="{47030D39-78E5-408A-9450-6FC7D01C9F2A}" sibTransId="{226AD7EC-F70E-486B-B2AF-1E65C3EA4847}"/>
    <dgm:cxn modelId="{C843BD5D-96D6-D843-A2CA-68D8FF5677F1}" type="presOf" srcId="{69694ACB-F9B2-4C95-A7F3-FF2A338E5BF7}" destId="{FDB1A8BB-719E-44F6-9C8E-3813A56B23C5}" srcOrd="0" destOrd="2" presId="urn:microsoft.com/office/officeart/2018/5/layout/CenteredIconLabelDescriptionList"/>
    <dgm:cxn modelId="{7453B477-E41F-5344-B2A4-3742486C9736}" type="presOf" srcId="{AEFBB30B-67E4-47B8-AB44-F668F029091F}" destId="{5B6457BD-599C-4F6E-A3B1-A52EA9C88955}" srcOrd="0" destOrd="1" presId="urn:microsoft.com/office/officeart/2018/5/layout/CenteredIconLabelDescriptionList"/>
    <dgm:cxn modelId="{7A983379-F54F-4DC0-8273-BC4CD23539E5}" srcId="{C91C0B4B-9249-4B50-BE39-FE258D8C84A4}" destId="{09BA8CC1-14DC-4176-928C-0BA917FE8A39}" srcOrd="1" destOrd="0" parTransId="{F2ED3D33-1F44-472A-A048-4A16594685BD}" sibTransId="{CCD20142-6992-4029-A99E-54873B0EB4EC}"/>
    <dgm:cxn modelId="{4C04A495-8D6E-40F9-B9E2-D2D4125E8242}" srcId="{9ACF73A4-E711-4192-A4DB-0C760C28DCDB}" destId="{D951FE0E-51CE-4BC4-8B9F-590B3196AD98}" srcOrd="2" destOrd="0" parTransId="{A9EE4BD1-29BE-4C9D-BDE9-C1E01DD176CA}" sibTransId="{F685E28C-31E6-4748-9975-D79E1FAAB388}"/>
    <dgm:cxn modelId="{7E5D889D-2B3F-6F40-8B65-A501C892DD2F}" type="presOf" srcId="{A69498A8-B691-4FFA-811F-9B2A09F1970F}" destId="{7B5530CD-FEF8-4747-BDF2-3604FF08C5F7}" srcOrd="0" destOrd="0" presId="urn:microsoft.com/office/officeart/2018/5/layout/CenteredIconLabelDescriptionList"/>
    <dgm:cxn modelId="{320C46A3-5C7E-9F42-8FB9-5941BA89DEA5}" type="presOf" srcId="{D951FE0E-51CE-4BC4-8B9F-590B3196AD98}" destId="{140FDBF9-6335-4448-8A0E-76CE70B60553}" srcOrd="0" destOrd="0" presId="urn:microsoft.com/office/officeart/2018/5/layout/CenteredIconLabelDescriptionList"/>
    <dgm:cxn modelId="{A890C2A5-880C-864A-9E9F-C80B0E0FD358}" type="presOf" srcId="{C91C0B4B-9249-4B50-BE39-FE258D8C84A4}" destId="{CAADC389-10F6-45C1-8FEB-3A6F6252452F}" srcOrd="0" destOrd="0" presId="urn:microsoft.com/office/officeart/2018/5/layout/CenteredIconLabelDescriptionList"/>
    <dgm:cxn modelId="{0BADCCB3-8F8A-4B41-83AF-74BB76B641BA}" srcId="{9ACF73A4-E711-4192-A4DB-0C760C28DCDB}" destId="{C91C0B4B-9249-4B50-BE39-FE258D8C84A4}" srcOrd="1" destOrd="0" parTransId="{CBD21658-ADA8-42E2-BD8F-6CB0DBEC4A73}" sibTransId="{914681BA-99DA-49F5-9CBB-B39966FC7267}"/>
    <dgm:cxn modelId="{8856B6B8-A9D1-4F43-AC75-8C5601D845CE}" srcId="{D0EF8FC8-42A2-4C3C-9172-082205302799}" destId="{B60CEFC8-FEC5-41C1-97A7-54CF2F377DE0}" srcOrd="0" destOrd="0" parTransId="{E875C5E2-9E97-4C2E-8472-AA22CCADBF91}" sibTransId="{97B09DB0-B3EF-4F3E-9EAA-E549B19E521F}"/>
    <dgm:cxn modelId="{DED7A8B9-44BB-4070-8FB2-E3ECBE018913}" srcId="{C91C0B4B-9249-4B50-BE39-FE258D8C84A4}" destId="{719D2A28-D415-4AE8-80A9-E1E21C4481E7}" srcOrd="0" destOrd="0" parTransId="{2E4423FC-D0F9-46B7-A436-010DFF089218}" sibTransId="{22EED87E-B44F-413A-B29D-24657F75DD18}"/>
    <dgm:cxn modelId="{934CEBBD-B015-8D40-A726-E44697B9ADE4}" type="presOf" srcId="{D1F214A5-9EEE-4925-B96E-9214A2F3E696}" destId="{3D5C2CA3-06E9-477D-894F-CD33F98B6158}" srcOrd="0" destOrd="2" presId="urn:microsoft.com/office/officeart/2018/5/layout/CenteredIconLabelDescriptionList"/>
    <dgm:cxn modelId="{2C502CCC-43B8-C646-8D3B-3EC39F4DD5A8}" type="presOf" srcId="{719D2A28-D415-4AE8-80A9-E1E21C4481E7}" destId="{FDB1A8BB-719E-44F6-9C8E-3813A56B23C5}" srcOrd="0" destOrd="0" presId="urn:microsoft.com/office/officeart/2018/5/layout/CenteredIconLabelDescriptionList"/>
    <dgm:cxn modelId="{8C3C4DCC-4FC0-C04E-9AE4-609D4BD67C26}" type="presOf" srcId="{09BA8CC1-14DC-4176-928C-0BA917FE8A39}" destId="{FDB1A8BB-719E-44F6-9C8E-3813A56B23C5}" srcOrd="0" destOrd="1" presId="urn:microsoft.com/office/officeart/2018/5/layout/CenteredIconLabelDescriptionList"/>
    <dgm:cxn modelId="{7574FFCF-B62A-DD43-B505-3BF22B97BE0F}" type="presOf" srcId="{71AD1264-EDA1-4FB6-B452-27A765F5E417}" destId="{7B5530CD-FEF8-4747-BDF2-3604FF08C5F7}" srcOrd="0" destOrd="1" presId="urn:microsoft.com/office/officeart/2018/5/layout/CenteredIconLabelDescriptionList"/>
    <dgm:cxn modelId="{BA97C9F4-8BC5-4077-9BB8-569089E2819A}" srcId="{7C86D7B1-17C3-407D-A01A-CCC3F2FDF3BC}" destId="{D1F214A5-9EEE-4925-B96E-9214A2F3E696}" srcOrd="2" destOrd="0" parTransId="{29AF9B32-A2FF-431E-86C2-AB2405D101BD}" sibTransId="{AA979D4C-A712-4825-8AB1-A4358889F5D5}"/>
    <dgm:cxn modelId="{C9AB18FB-4905-496A-BD27-D58D036B1120}" srcId="{D951FE0E-51CE-4BC4-8B9F-590B3196AD98}" destId="{A69498A8-B691-4FFA-811F-9B2A09F1970F}" srcOrd="0" destOrd="0" parTransId="{86664547-A0C6-493D-8C6C-7813B87B4B62}" sibTransId="{9445A88A-F342-4AD3-B967-3FF5085735D9}"/>
    <dgm:cxn modelId="{6DCA75BF-C2B5-5143-90F3-FBA8A4935210}" type="presParOf" srcId="{BFA1AE6B-50AD-4CD9-8DFA-FDC2FBF217E0}" destId="{D3EFE3D4-A64F-42B9-8018-52C0B263CDC3}" srcOrd="0" destOrd="0" presId="urn:microsoft.com/office/officeart/2018/5/layout/CenteredIconLabelDescriptionList"/>
    <dgm:cxn modelId="{A78D1EAB-04D0-AE49-B748-FCDA4A0136DE}" type="presParOf" srcId="{D3EFE3D4-A64F-42B9-8018-52C0B263CDC3}" destId="{5F997CDE-D2EB-4C30-9340-02786BB03BD7}" srcOrd="0" destOrd="0" presId="urn:microsoft.com/office/officeart/2018/5/layout/CenteredIconLabelDescriptionList"/>
    <dgm:cxn modelId="{B4B33EBD-8B21-C941-B435-B686222BB594}" type="presParOf" srcId="{D3EFE3D4-A64F-42B9-8018-52C0B263CDC3}" destId="{5DF706B0-008F-4DC6-906C-914F1E3CA5BB}" srcOrd="1" destOrd="0" presId="urn:microsoft.com/office/officeart/2018/5/layout/CenteredIconLabelDescriptionList"/>
    <dgm:cxn modelId="{7C69F5AC-9EE0-8C40-A97F-043468A30E99}" type="presParOf" srcId="{D3EFE3D4-A64F-42B9-8018-52C0B263CDC3}" destId="{5F06385B-C998-4C6E-87DA-102CCBBC18ED}" srcOrd="2" destOrd="0" presId="urn:microsoft.com/office/officeart/2018/5/layout/CenteredIconLabelDescriptionList"/>
    <dgm:cxn modelId="{94F678F4-519E-9846-BF63-449DC08D0545}" type="presParOf" srcId="{D3EFE3D4-A64F-42B9-8018-52C0B263CDC3}" destId="{1F91E1D0-F669-465C-BD0E-BE9A326F0905}" srcOrd="3" destOrd="0" presId="urn:microsoft.com/office/officeart/2018/5/layout/CenteredIconLabelDescriptionList"/>
    <dgm:cxn modelId="{AFFEA275-513A-CF42-9106-10F1A97FAD05}" type="presParOf" srcId="{D3EFE3D4-A64F-42B9-8018-52C0B263CDC3}" destId="{5B6457BD-599C-4F6E-A3B1-A52EA9C88955}" srcOrd="4" destOrd="0" presId="urn:microsoft.com/office/officeart/2018/5/layout/CenteredIconLabelDescriptionList"/>
    <dgm:cxn modelId="{312DB4F8-8311-734B-9846-068A271DC760}" type="presParOf" srcId="{BFA1AE6B-50AD-4CD9-8DFA-FDC2FBF217E0}" destId="{0AE4545E-9411-4EDD-8BA0-62022E34BD1C}" srcOrd="1" destOrd="0" presId="urn:microsoft.com/office/officeart/2018/5/layout/CenteredIconLabelDescriptionList"/>
    <dgm:cxn modelId="{D44140AB-2264-6240-AC71-73ADB2121945}" type="presParOf" srcId="{BFA1AE6B-50AD-4CD9-8DFA-FDC2FBF217E0}" destId="{A691F0BC-FEB6-40D6-996D-601247763991}" srcOrd="2" destOrd="0" presId="urn:microsoft.com/office/officeart/2018/5/layout/CenteredIconLabelDescriptionList"/>
    <dgm:cxn modelId="{B10C1B4D-C0E2-A54B-9050-2A416990D5C4}" type="presParOf" srcId="{A691F0BC-FEB6-40D6-996D-601247763991}" destId="{CDBCB4D3-3F47-498B-886C-7C20557A867C}" srcOrd="0" destOrd="0" presId="urn:microsoft.com/office/officeart/2018/5/layout/CenteredIconLabelDescriptionList"/>
    <dgm:cxn modelId="{3AF46615-2EE5-C340-A70A-1785BE783234}" type="presParOf" srcId="{A691F0BC-FEB6-40D6-996D-601247763991}" destId="{5C1E8648-CE99-42D0-A109-5EF698AEDC32}" srcOrd="1" destOrd="0" presId="urn:microsoft.com/office/officeart/2018/5/layout/CenteredIconLabelDescriptionList"/>
    <dgm:cxn modelId="{BF641052-3343-744E-9ABD-040F01BB86CA}" type="presParOf" srcId="{A691F0BC-FEB6-40D6-996D-601247763991}" destId="{CAADC389-10F6-45C1-8FEB-3A6F6252452F}" srcOrd="2" destOrd="0" presId="urn:microsoft.com/office/officeart/2018/5/layout/CenteredIconLabelDescriptionList"/>
    <dgm:cxn modelId="{A6A0D74C-BBB1-3043-AEF9-18BC3F147B17}" type="presParOf" srcId="{A691F0BC-FEB6-40D6-996D-601247763991}" destId="{19DD2BE5-7B17-4F4F-82FF-5734B9E5D0D5}" srcOrd="3" destOrd="0" presId="urn:microsoft.com/office/officeart/2018/5/layout/CenteredIconLabelDescriptionList"/>
    <dgm:cxn modelId="{14097C53-757B-5945-8447-230A43C12553}" type="presParOf" srcId="{A691F0BC-FEB6-40D6-996D-601247763991}" destId="{FDB1A8BB-719E-44F6-9C8E-3813A56B23C5}" srcOrd="4" destOrd="0" presId="urn:microsoft.com/office/officeart/2018/5/layout/CenteredIconLabelDescriptionList"/>
    <dgm:cxn modelId="{6C5B7003-8D9C-B943-B345-1BD1351CB467}" type="presParOf" srcId="{BFA1AE6B-50AD-4CD9-8DFA-FDC2FBF217E0}" destId="{827B4422-51F9-42C2-807D-216F3D437905}" srcOrd="3" destOrd="0" presId="urn:microsoft.com/office/officeart/2018/5/layout/CenteredIconLabelDescriptionList"/>
    <dgm:cxn modelId="{6F9BD50E-50DE-9A45-8C8C-569FCA2D2D0C}" type="presParOf" srcId="{BFA1AE6B-50AD-4CD9-8DFA-FDC2FBF217E0}" destId="{6336AB59-9A74-466D-B4AD-B2666AED6008}" srcOrd="4" destOrd="0" presId="urn:microsoft.com/office/officeart/2018/5/layout/CenteredIconLabelDescriptionList"/>
    <dgm:cxn modelId="{CE51AFFE-217B-024F-9394-FCB026A40AF9}" type="presParOf" srcId="{6336AB59-9A74-466D-B4AD-B2666AED6008}" destId="{79E078FC-C538-4605-B989-45DD50E0CBB3}" srcOrd="0" destOrd="0" presId="urn:microsoft.com/office/officeart/2018/5/layout/CenteredIconLabelDescriptionList"/>
    <dgm:cxn modelId="{571AE6BE-91AC-8442-A719-29E58C7C2F60}" type="presParOf" srcId="{6336AB59-9A74-466D-B4AD-B2666AED6008}" destId="{E5F91354-A78F-47FC-AB4C-CE931BD60CC4}" srcOrd="1" destOrd="0" presId="urn:microsoft.com/office/officeart/2018/5/layout/CenteredIconLabelDescriptionList"/>
    <dgm:cxn modelId="{02839B8F-49A4-FB45-8D81-EAB518454699}" type="presParOf" srcId="{6336AB59-9A74-466D-B4AD-B2666AED6008}" destId="{140FDBF9-6335-4448-8A0E-76CE70B60553}" srcOrd="2" destOrd="0" presId="urn:microsoft.com/office/officeart/2018/5/layout/CenteredIconLabelDescriptionList"/>
    <dgm:cxn modelId="{29FE6F8A-2BD4-6D47-ADFB-67648FB34BED}" type="presParOf" srcId="{6336AB59-9A74-466D-B4AD-B2666AED6008}" destId="{ABD2140C-1DDA-43C6-8F4D-9A76981D9B4D}" srcOrd="3" destOrd="0" presId="urn:microsoft.com/office/officeart/2018/5/layout/CenteredIconLabelDescriptionList"/>
    <dgm:cxn modelId="{B75C6BAC-CBB2-A24E-97A3-575FCB9E55D6}" type="presParOf" srcId="{6336AB59-9A74-466D-B4AD-B2666AED6008}" destId="{7B5530CD-FEF8-4747-BDF2-3604FF08C5F7}" srcOrd="4" destOrd="0" presId="urn:microsoft.com/office/officeart/2018/5/layout/CenteredIconLabelDescriptionList"/>
    <dgm:cxn modelId="{32B919B7-63D1-BE4C-A61A-B43850A744D2}" type="presParOf" srcId="{BFA1AE6B-50AD-4CD9-8DFA-FDC2FBF217E0}" destId="{092FA201-23EC-42F4-9DCE-4C2E0E6F82E7}" srcOrd="5" destOrd="0" presId="urn:microsoft.com/office/officeart/2018/5/layout/CenteredIconLabelDescriptionList"/>
    <dgm:cxn modelId="{3FCD6E89-1861-FC42-ADE1-9C929FE05489}" type="presParOf" srcId="{BFA1AE6B-50AD-4CD9-8DFA-FDC2FBF217E0}" destId="{29F2898C-3F90-441D-B976-43823FA22A9C}" srcOrd="6" destOrd="0" presId="urn:microsoft.com/office/officeart/2018/5/layout/CenteredIconLabelDescriptionList"/>
    <dgm:cxn modelId="{FF3E0BA8-1BF3-D54F-9987-AD1B86ED449A}" type="presParOf" srcId="{29F2898C-3F90-441D-B976-43823FA22A9C}" destId="{7B1DF21C-5A0C-4B78-92E9-0E172D8EEE19}" srcOrd="0" destOrd="0" presId="urn:microsoft.com/office/officeart/2018/5/layout/CenteredIconLabelDescriptionList"/>
    <dgm:cxn modelId="{B400693A-B0EA-7945-BA6E-A1FB9A247754}" type="presParOf" srcId="{29F2898C-3F90-441D-B976-43823FA22A9C}" destId="{5D74988A-FFCF-4327-A7B4-0AA278CD43EF}" srcOrd="1" destOrd="0" presId="urn:microsoft.com/office/officeart/2018/5/layout/CenteredIconLabelDescriptionList"/>
    <dgm:cxn modelId="{C154BA8D-7A4A-8A43-B3EA-4938DB87C045}" type="presParOf" srcId="{29F2898C-3F90-441D-B976-43823FA22A9C}" destId="{37413521-B8F7-4257-B7AD-D22D22361B16}" srcOrd="2" destOrd="0" presId="urn:microsoft.com/office/officeart/2018/5/layout/CenteredIconLabelDescriptionList"/>
    <dgm:cxn modelId="{58F6B847-6113-0045-98E8-06844EC77713}" type="presParOf" srcId="{29F2898C-3F90-441D-B976-43823FA22A9C}" destId="{8977D16E-9E45-4891-AA67-49C1EE3CD3D5}" srcOrd="3" destOrd="0" presId="urn:microsoft.com/office/officeart/2018/5/layout/CenteredIconLabelDescriptionList"/>
    <dgm:cxn modelId="{7058D114-8924-3C41-9333-D1C707E65B87}" type="presParOf" srcId="{29F2898C-3F90-441D-B976-43823FA22A9C}" destId="{3D5C2CA3-06E9-477D-894F-CD33F98B615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EF547A-F3D1-49EB-A53F-D63B3487194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EA294BC-717B-43CE-B7E4-54624065A6F1}">
      <dgm:prSet/>
      <dgm:spPr/>
      <dgm:t>
        <a:bodyPr/>
        <a:lstStyle/>
        <a:p>
          <a:r>
            <a:rPr lang="en-IN" dirty="0"/>
            <a:t>20–40% reduction in manual validation workload</a:t>
          </a:r>
          <a:endParaRPr lang="en-US" dirty="0"/>
        </a:p>
      </dgm:t>
    </dgm:pt>
    <dgm:pt modelId="{6BD29534-4A01-4F58-AEDB-61091557BF6F}" type="parTrans" cxnId="{A11C8E50-7000-4194-AA8E-92DAFA9858F9}">
      <dgm:prSet/>
      <dgm:spPr/>
      <dgm:t>
        <a:bodyPr/>
        <a:lstStyle/>
        <a:p>
          <a:endParaRPr lang="en-US"/>
        </a:p>
      </dgm:t>
    </dgm:pt>
    <dgm:pt modelId="{50A2C4CB-7CE9-4065-8CD3-773EAD2E1258}" type="sibTrans" cxnId="{A11C8E50-7000-4194-AA8E-92DAFA9858F9}">
      <dgm:prSet/>
      <dgm:spPr/>
      <dgm:t>
        <a:bodyPr/>
        <a:lstStyle/>
        <a:p>
          <a:endParaRPr lang="en-US"/>
        </a:p>
      </dgm:t>
    </dgm:pt>
    <dgm:pt modelId="{3D8F27BE-1404-4809-A2BE-16B43370E724}">
      <dgm:prSet/>
      <dgm:spPr/>
      <dgm:t>
        <a:bodyPr/>
        <a:lstStyle/>
        <a:p>
          <a:r>
            <a:rPr lang="en-IN"/>
            <a:t>Faster onboarding cycles (15–30% improvement)</a:t>
          </a:r>
          <a:endParaRPr lang="en-US"/>
        </a:p>
      </dgm:t>
    </dgm:pt>
    <dgm:pt modelId="{C5BF6768-05E6-40D0-8547-87339FF9DC3F}" type="parTrans" cxnId="{DFCBF82C-0361-45A8-8C5A-BF5BAD2006D2}">
      <dgm:prSet/>
      <dgm:spPr/>
      <dgm:t>
        <a:bodyPr/>
        <a:lstStyle/>
        <a:p>
          <a:endParaRPr lang="en-US"/>
        </a:p>
      </dgm:t>
    </dgm:pt>
    <dgm:pt modelId="{47D46158-59CF-46C4-BF31-DE265820000A}" type="sibTrans" cxnId="{DFCBF82C-0361-45A8-8C5A-BF5BAD2006D2}">
      <dgm:prSet/>
      <dgm:spPr/>
      <dgm:t>
        <a:bodyPr/>
        <a:lstStyle/>
        <a:p>
          <a:endParaRPr lang="en-US"/>
        </a:p>
      </dgm:t>
    </dgm:pt>
    <dgm:pt modelId="{951DB6B9-E08D-4BC2-8EE3-654A95C5B286}">
      <dgm:prSet/>
      <dgm:spPr/>
      <dgm:t>
        <a:bodyPr/>
        <a:lstStyle/>
        <a:p>
          <a:r>
            <a:rPr lang="en-IN" dirty="0"/>
            <a:t>Reduced rework &amp; drop-offs</a:t>
          </a:r>
          <a:endParaRPr lang="en-US" dirty="0"/>
        </a:p>
      </dgm:t>
    </dgm:pt>
    <dgm:pt modelId="{357D0976-8A1E-4D26-925F-D380B0CDCCA9}" type="parTrans" cxnId="{AD71B6CB-4937-4A10-9CDD-2FA21C14A8AF}">
      <dgm:prSet/>
      <dgm:spPr/>
      <dgm:t>
        <a:bodyPr/>
        <a:lstStyle/>
        <a:p>
          <a:endParaRPr lang="en-US"/>
        </a:p>
      </dgm:t>
    </dgm:pt>
    <dgm:pt modelId="{302EA82A-DB28-48EF-AFFA-E2998240CFA0}" type="sibTrans" cxnId="{AD71B6CB-4937-4A10-9CDD-2FA21C14A8AF}">
      <dgm:prSet/>
      <dgm:spPr/>
      <dgm:t>
        <a:bodyPr/>
        <a:lstStyle/>
        <a:p>
          <a:endParaRPr lang="en-US"/>
        </a:p>
      </dgm:t>
    </dgm:pt>
    <dgm:pt modelId="{FCE7EAF4-1584-4335-993E-B602BF97251D}">
      <dgm:prSet/>
      <dgm:spPr/>
      <dgm:t>
        <a:bodyPr/>
        <a:lstStyle/>
        <a:p>
          <a:r>
            <a:rPr lang="en-IN"/>
            <a:t>Consistent, auditable decision outputs</a:t>
          </a:r>
          <a:endParaRPr lang="en-US"/>
        </a:p>
      </dgm:t>
    </dgm:pt>
    <dgm:pt modelId="{994BFB9F-C57E-479E-8164-B4011E8B2297}" type="parTrans" cxnId="{D6DDBF66-2B0E-4C44-B7D4-64EEDCD8E1B4}">
      <dgm:prSet/>
      <dgm:spPr/>
      <dgm:t>
        <a:bodyPr/>
        <a:lstStyle/>
        <a:p>
          <a:endParaRPr lang="en-US"/>
        </a:p>
      </dgm:t>
    </dgm:pt>
    <dgm:pt modelId="{B3319BC2-1FB4-48BF-B45C-D974306C74D7}" type="sibTrans" cxnId="{D6DDBF66-2B0E-4C44-B7D4-64EEDCD8E1B4}">
      <dgm:prSet/>
      <dgm:spPr/>
      <dgm:t>
        <a:bodyPr/>
        <a:lstStyle/>
        <a:p>
          <a:endParaRPr lang="en-US"/>
        </a:p>
      </dgm:t>
    </dgm:pt>
    <dgm:pt modelId="{15ED9A93-CC18-4F9C-9801-D0810C812471}">
      <dgm:prSet/>
      <dgm:spPr/>
      <dgm:t>
        <a:bodyPr/>
        <a:lstStyle/>
        <a:p>
          <a:r>
            <a:rPr lang="en-IN"/>
            <a:t>Scalable across geographies &amp; portfolios</a:t>
          </a:r>
          <a:endParaRPr lang="en-US"/>
        </a:p>
      </dgm:t>
    </dgm:pt>
    <dgm:pt modelId="{6F6D4B00-9DC7-45DF-B294-A82732772370}" type="parTrans" cxnId="{84810C04-9B9E-41CD-B21E-B3284D8BBCDE}">
      <dgm:prSet/>
      <dgm:spPr/>
      <dgm:t>
        <a:bodyPr/>
        <a:lstStyle/>
        <a:p>
          <a:endParaRPr lang="en-US"/>
        </a:p>
      </dgm:t>
    </dgm:pt>
    <dgm:pt modelId="{B34A85C7-AB1D-4CD1-B7FD-6FA2BF6F5923}" type="sibTrans" cxnId="{84810C04-9B9E-41CD-B21E-B3284D8BBCDE}">
      <dgm:prSet/>
      <dgm:spPr/>
      <dgm:t>
        <a:bodyPr/>
        <a:lstStyle/>
        <a:p>
          <a:endParaRPr lang="en-US"/>
        </a:p>
      </dgm:t>
    </dgm:pt>
    <dgm:pt modelId="{719D3495-D297-481C-AED5-BE8E0BC0760E}" type="pres">
      <dgm:prSet presAssocID="{ACEF547A-F3D1-49EB-A53F-D63B34871948}" presName="root" presStyleCnt="0">
        <dgm:presLayoutVars>
          <dgm:dir/>
          <dgm:resizeHandles val="exact"/>
        </dgm:presLayoutVars>
      </dgm:prSet>
      <dgm:spPr/>
    </dgm:pt>
    <dgm:pt modelId="{75F27017-2DC1-45FB-8E68-FC4FF28451EE}" type="pres">
      <dgm:prSet presAssocID="{0EA294BC-717B-43CE-B7E4-54624065A6F1}" presName="compNode" presStyleCnt="0"/>
      <dgm:spPr/>
    </dgm:pt>
    <dgm:pt modelId="{C5A3CA05-059F-4749-90A9-2CB47C8F439D}" type="pres">
      <dgm:prSet presAssocID="{0EA294BC-717B-43CE-B7E4-54624065A6F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AC31DFB1-F98A-47A8-BACC-2E537003040C}" type="pres">
      <dgm:prSet presAssocID="{0EA294BC-717B-43CE-B7E4-54624065A6F1}" presName="spaceRect" presStyleCnt="0"/>
      <dgm:spPr/>
    </dgm:pt>
    <dgm:pt modelId="{14ED17A5-9E3A-4702-A514-CDE4644DF266}" type="pres">
      <dgm:prSet presAssocID="{0EA294BC-717B-43CE-B7E4-54624065A6F1}" presName="textRect" presStyleLbl="revTx" presStyleIdx="0" presStyleCnt="5">
        <dgm:presLayoutVars>
          <dgm:chMax val="1"/>
          <dgm:chPref val="1"/>
        </dgm:presLayoutVars>
      </dgm:prSet>
      <dgm:spPr/>
    </dgm:pt>
    <dgm:pt modelId="{6876FB58-5826-42F4-AFFB-B745ADC7FFEB}" type="pres">
      <dgm:prSet presAssocID="{50A2C4CB-7CE9-4065-8CD3-773EAD2E1258}" presName="sibTrans" presStyleCnt="0"/>
      <dgm:spPr/>
    </dgm:pt>
    <dgm:pt modelId="{6B1BDD19-DD45-4881-A2AB-29B3FFD13544}" type="pres">
      <dgm:prSet presAssocID="{3D8F27BE-1404-4809-A2BE-16B43370E724}" presName="compNode" presStyleCnt="0"/>
      <dgm:spPr/>
    </dgm:pt>
    <dgm:pt modelId="{00D9B1EC-3E70-4321-B0EA-E921658FF825}" type="pres">
      <dgm:prSet presAssocID="{3D8F27BE-1404-4809-A2BE-16B43370E724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F6744753-2707-4233-987C-879AB66FEC6B}" type="pres">
      <dgm:prSet presAssocID="{3D8F27BE-1404-4809-A2BE-16B43370E724}" presName="spaceRect" presStyleCnt="0"/>
      <dgm:spPr/>
    </dgm:pt>
    <dgm:pt modelId="{464D671F-D07B-4844-B863-81961A1386EC}" type="pres">
      <dgm:prSet presAssocID="{3D8F27BE-1404-4809-A2BE-16B43370E724}" presName="textRect" presStyleLbl="revTx" presStyleIdx="1" presStyleCnt="5">
        <dgm:presLayoutVars>
          <dgm:chMax val="1"/>
          <dgm:chPref val="1"/>
        </dgm:presLayoutVars>
      </dgm:prSet>
      <dgm:spPr/>
    </dgm:pt>
    <dgm:pt modelId="{481DA286-3ACE-4BCD-AD68-704DD3908691}" type="pres">
      <dgm:prSet presAssocID="{47D46158-59CF-46C4-BF31-DE265820000A}" presName="sibTrans" presStyleCnt="0"/>
      <dgm:spPr/>
    </dgm:pt>
    <dgm:pt modelId="{469E7D7F-ABAB-4DB7-B3BB-1BF49A42847C}" type="pres">
      <dgm:prSet presAssocID="{951DB6B9-E08D-4BC2-8EE3-654A95C5B286}" presName="compNode" presStyleCnt="0"/>
      <dgm:spPr/>
    </dgm:pt>
    <dgm:pt modelId="{0BBEAA12-7F12-4181-9B39-519248A3C29C}" type="pres">
      <dgm:prSet presAssocID="{951DB6B9-E08D-4BC2-8EE3-654A95C5B28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CC008D7C-61A9-4F90-85B7-4A78D52B4E4F}" type="pres">
      <dgm:prSet presAssocID="{951DB6B9-E08D-4BC2-8EE3-654A95C5B286}" presName="spaceRect" presStyleCnt="0"/>
      <dgm:spPr/>
    </dgm:pt>
    <dgm:pt modelId="{B92F3940-BED0-4BEE-A2A6-5FF767DB3A62}" type="pres">
      <dgm:prSet presAssocID="{951DB6B9-E08D-4BC2-8EE3-654A95C5B286}" presName="textRect" presStyleLbl="revTx" presStyleIdx="2" presStyleCnt="5">
        <dgm:presLayoutVars>
          <dgm:chMax val="1"/>
          <dgm:chPref val="1"/>
        </dgm:presLayoutVars>
      </dgm:prSet>
      <dgm:spPr/>
    </dgm:pt>
    <dgm:pt modelId="{8C312DD1-8E6E-417B-A5AB-6C4244D708D3}" type="pres">
      <dgm:prSet presAssocID="{302EA82A-DB28-48EF-AFFA-E2998240CFA0}" presName="sibTrans" presStyleCnt="0"/>
      <dgm:spPr/>
    </dgm:pt>
    <dgm:pt modelId="{4E46712A-A9A4-4B82-AFF5-F30E622C716A}" type="pres">
      <dgm:prSet presAssocID="{FCE7EAF4-1584-4335-993E-B602BF97251D}" presName="compNode" presStyleCnt="0"/>
      <dgm:spPr/>
    </dgm:pt>
    <dgm:pt modelId="{CD80C6A4-F919-4E37-BD07-025C14D7BA5A}" type="pres">
      <dgm:prSet presAssocID="{FCE7EAF4-1584-4335-993E-B602BF97251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5BB5A556-E770-4128-83F0-FA169DF7C0BF}" type="pres">
      <dgm:prSet presAssocID="{FCE7EAF4-1584-4335-993E-B602BF97251D}" presName="spaceRect" presStyleCnt="0"/>
      <dgm:spPr/>
    </dgm:pt>
    <dgm:pt modelId="{27F79856-D9A5-4BA9-B663-D285DAC71AB7}" type="pres">
      <dgm:prSet presAssocID="{FCE7EAF4-1584-4335-993E-B602BF97251D}" presName="textRect" presStyleLbl="revTx" presStyleIdx="3" presStyleCnt="5">
        <dgm:presLayoutVars>
          <dgm:chMax val="1"/>
          <dgm:chPref val="1"/>
        </dgm:presLayoutVars>
      </dgm:prSet>
      <dgm:spPr/>
    </dgm:pt>
    <dgm:pt modelId="{841C5059-2637-47D4-8439-D797B38BEE16}" type="pres">
      <dgm:prSet presAssocID="{B3319BC2-1FB4-48BF-B45C-D974306C74D7}" presName="sibTrans" presStyleCnt="0"/>
      <dgm:spPr/>
    </dgm:pt>
    <dgm:pt modelId="{5C188E88-4A7A-4F87-95AE-631B6E0C3520}" type="pres">
      <dgm:prSet presAssocID="{15ED9A93-CC18-4F9C-9801-D0810C812471}" presName="compNode" presStyleCnt="0"/>
      <dgm:spPr/>
    </dgm:pt>
    <dgm:pt modelId="{088DC0E3-E20C-419E-B6D9-C9D4828C035F}" type="pres">
      <dgm:prSet presAssocID="{15ED9A93-CC18-4F9C-9801-D0810C81247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8B067DB4-6337-4447-9D41-5ED337787FC9}" type="pres">
      <dgm:prSet presAssocID="{15ED9A93-CC18-4F9C-9801-D0810C812471}" presName="spaceRect" presStyleCnt="0"/>
      <dgm:spPr/>
    </dgm:pt>
    <dgm:pt modelId="{E5F5668B-0A65-4459-83CA-5D0C5227924A}" type="pres">
      <dgm:prSet presAssocID="{15ED9A93-CC18-4F9C-9801-D0810C81247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4810C04-9B9E-41CD-B21E-B3284D8BBCDE}" srcId="{ACEF547A-F3D1-49EB-A53F-D63B34871948}" destId="{15ED9A93-CC18-4F9C-9801-D0810C812471}" srcOrd="4" destOrd="0" parTransId="{6F6D4B00-9DC7-45DF-B294-A82732772370}" sibTransId="{B34A85C7-AB1D-4CD1-B7FD-6FA2BF6F5923}"/>
    <dgm:cxn modelId="{1D87A010-7C63-4EDC-B65E-FA4BE93356AD}" type="presOf" srcId="{FCE7EAF4-1584-4335-993E-B602BF97251D}" destId="{27F79856-D9A5-4BA9-B663-D285DAC71AB7}" srcOrd="0" destOrd="0" presId="urn:microsoft.com/office/officeart/2018/2/layout/IconLabelList"/>
    <dgm:cxn modelId="{DFCBF82C-0361-45A8-8C5A-BF5BAD2006D2}" srcId="{ACEF547A-F3D1-49EB-A53F-D63B34871948}" destId="{3D8F27BE-1404-4809-A2BE-16B43370E724}" srcOrd="1" destOrd="0" parTransId="{C5BF6768-05E6-40D0-8547-87339FF9DC3F}" sibTransId="{47D46158-59CF-46C4-BF31-DE265820000A}"/>
    <dgm:cxn modelId="{A11C8E50-7000-4194-AA8E-92DAFA9858F9}" srcId="{ACEF547A-F3D1-49EB-A53F-D63B34871948}" destId="{0EA294BC-717B-43CE-B7E4-54624065A6F1}" srcOrd="0" destOrd="0" parTransId="{6BD29534-4A01-4F58-AEDB-61091557BF6F}" sibTransId="{50A2C4CB-7CE9-4065-8CD3-773EAD2E1258}"/>
    <dgm:cxn modelId="{C9591658-C02A-4082-99AE-9DCE75BEE3FA}" type="presOf" srcId="{0EA294BC-717B-43CE-B7E4-54624065A6F1}" destId="{14ED17A5-9E3A-4702-A514-CDE4644DF266}" srcOrd="0" destOrd="0" presId="urn:microsoft.com/office/officeart/2018/2/layout/IconLabelList"/>
    <dgm:cxn modelId="{D6DDBF66-2B0E-4C44-B7D4-64EEDCD8E1B4}" srcId="{ACEF547A-F3D1-49EB-A53F-D63B34871948}" destId="{FCE7EAF4-1584-4335-993E-B602BF97251D}" srcOrd="3" destOrd="0" parTransId="{994BFB9F-C57E-479E-8164-B4011E8B2297}" sibTransId="{B3319BC2-1FB4-48BF-B45C-D974306C74D7}"/>
    <dgm:cxn modelId="{D5E2BA77-56A7-4EBB-96B9-ED7F9FC0D9AF}" type="presOf" srcId="{3D8F27BE-1404-4809-A2BE-16B43370E724}" destId="{464D671F-D07B-4844-B863-81961A1386EC}" srcOrd="0" destOrd="0" presId="urn:microsoft.com/office/officeart/2018/2/layout/IconLabelList"/>
    <dgm:cxn modelId="{37682D8C-7732-4E70-BB61-DCBA6BEDCEA5}" type="presOf" srcId="{ACEF547A-F3D1-49EB-A53F-D63B34871948}" destId="{719D3495-D297-481C-AED5-BE8E0BC0760E}" srcOrd="0" destOrd="0" presId="urn:microsoft.com/office/officeart/2018/2/layout/IconLabelList"/>
    <dgm:cxn modelId="{86B31EB2-9A9E-45C7-8E60-AD25AAC1BEEE}" type="presOf" srcId="{15ED9A93-CC18-4F9C-9801-D0810C812471}" destId="{E5F5668B-0A65-4459-83CA-5D0C5227924A}" srcOrd="0" destOrd="0" presId="urn:microsoft.com/office/officeart/2018/2/layout/IconLabelList"/>
    <dgm:cxn modelId="{339B97C3-03ED-49D5-8CE0-2586CA26F537}" type="presOf" srcId="{951DB6B9-E08D-4BC2-8EE3-654A95C5B286}" destId="{B92F3940-BED0-4BEE-A2A6-5FF767DB3A62}" srcOrd="0" destOrd="0" presId="urn:microsoft.com/office/officeart/2018/2/layout/IconLabelList"/>
    <dgm:cxn modelId="{AD71B6CB-4937-4A10-9CDD-2FA21C14A8AF}" srcId="{ACEF547A-F3D1-49EB-A53F-D63B34871948}" destId="{951DB6B9-E08D-4BC2-8EE3-654A95C5B286}" srcOrd="2" destOrd="0" parTransId="{357D0976-8A1E-4D26-925F-D380B0CDCCA9}" sibTransId="{302EA82A-DB28-48EF-AFFA-E2998240CFA0}"/>
    <dgm:cxn modelId="{6A98286A-C5AD-43A3-922C-8108BF19348F}" type="presParOf" srcId="{719D3495-D297-481C-AED5-BE8E0BC0760E}" destId="{75F27017-2DC1-45FB-8E68-FC4FF28451EE}" srcOrd="0" destOrd="0" presId="urn:microsoft.com/office/officeart/2018/2/layout/IconLabelList"/>
    <dgm:cxn modelId="{A2D1F89B-02B3-4DC4-A8CA-89EF5969F97E}" type="presParOf" srcId="{75F27017-2DC1-45FB-8E68-FC4FF28451EE}" destId="{C5A3CA05-059F-4749-90A9-2CB47C8F439D}" srcOrd="0" destOrd="0" presId="urn:microsoft.com/office/officeart/2018/2/layout/IconLabelList"/>
    <dgm:cxn modelId="{578FC278-53F0-4803-BDD8-32EE0A0C5FD3}" type="presParOf" srcId="{75F27017-2DC1-45FB-8E68-FC4FF28451EE}" destId="{AC31DFB1-F98A-47A8-BACC-2E537003040C}" srcOrd="1" destOrd="0" presId="urn:microsoft.com/office/officeart/2018/2/layout/IconLabelList"/>
    <dgm:cxn modelId="{46E13387-7041-4DAC-A7E1-BCACACA3041A}" type="presParOf" srcId="{75F27017-2DC1-45FB-8E68-FC4FF28451EE}" destId="{14ED17A5-9E3A-4702-A514-CDE4644DF266}" srcOrd="2" destOrd="0" presId="urn:microsoft.com/office/officeart/2018/2/layout/IconLabelList"/>
    <dgm:cxn modelId="{D2B6D173-8287-49E5-84FE-FB3E5792A203}" type="presParOf" srcId="{719D3495-D297-481C-AED5-BE8E0BC0760E}" destId="{6876FB58-5826-42F4-AFFB-B745ADC7FFEB}" srcOrd="1" destOrd="0" presId="urn:microsoft.com/office/officeart/2018/2/layout/IconLabelList"/>
    <dgm:cxn modelId="{C24C1A9D-D61D-4B97-B81E-28AA05AF2B53}" type="presParOf" srcId="{719D3495-D297-481C-AED5-BE8E0BC0760E}" destId="{6B1BDD19-DD45-4881-A2AB-29B3FFD13544}" srcOrd="2" destOrd="0" presId="urn:microsoft.com/office/officeart/2018/2/layout/IconLabelList"/>
    <dgm:cxn modelId="{24BEA5E0-64A2-4AA2-8A1A-DEDC66257C25}" type="presParOf" srcId="{6B1BDD19-DD45-4881-A2AB-29B3FFD13544}" destId="{00D9B1EC-3E70-4321-B0EA-E921658FF825}" srcOrd="0" destOrd="0" presId="urn:microsoft.com/office/officeart/2018/2/layout/IconLabelList"/>
    <dgm:cxn modelId="{FFDF6A66-78E3-4E07-BC31-C2B06D3ED248}" type="presParOf" srcId="{6B1BDD19-DD45-4881-A2AB-29B3FFD13544}" destId="{F6744753-2707-4233-987C-879AB66FEC6B}" srcOrd="1" destOrd="0" presId="urn:microsoft.com/office/officeart/2018/2/layout/IconLabelList"/>
    <dgm:cxn modelId="{E5515295-146A-4A5E-8333-C9FFA8CB5616}" type="presParOf" srcId="{6B1BDD19-DD45-4881-A2AB-29B3FFD13544}" destId="{464D671F-D07B-4844-B863-81961A1386EC}" srcOrd="2" destOrd="0" presId="urn:microsoft.com/office/officeart/2018/2/layout/IconLabelList"/>
    <dgm:cxn modelId="{CF81FC85-ADAB-4C59-8F87-A2BF61E36DA6}" type="presParOf" srcId="{719D3495-D297-481C-AED5-BE8E0BC0760E}" destId="{481DA286-3ACE-4BCD-AD68-704DD3908691}" srcOrd="3" destOrd="0" presId="urn:microsoft.com/office/officeart/2018/2/layout/IconLabelList"/>
    <dgm:cxn modelId="{8CCDE3A2-072C-402D-8300-273215E446D1}" type="presParOf" srcId="{719D3495-D297-481C-AED5-BE8E0BC0760E}" destId="{469E7D7F-ABAB-4DB7-B3BB-1BF49A42847C}" srcOrd="4" destOrd="0" presId="urn:microsoft.com/office/officeart/2018/2/layout/IconLabelList"/>
    <dgm:cxn modelId="{414429B2-08D7-48CB-BB82-B7AEC43DF47F}" type="presParOf" srcId="{469E7D7F-ABAB-4DB7-B3BB-1BF49A42847C}" destId="{0BBEAA12-7F12-4181-9B39-519248A3C29C}" srcOrd="0" destOrd="0" presId="urn:microsoft.com/office/officeart/2018/2/layout/IconLabelList"/>
    <dgm:cxn modelId="{705DEFC0-E198-49C9-B51F-31699BB36B01}" type="presParOf" srcId="{469E7D7F-ABAB-4DB7-B3BB-1BF49A42847C}" destId="{CC008D7C-61A9-4F90-85B7-4A78D52B4E4F}" srcOrd="1" destOrd="0" presId="urn:microsoft.com/office/officeart/2018/2/layout/IconLabelList"/>
    <dgm:cxn modelId="{5F0D128A-92F1-4E93-B508-3BC7A642D03F}" type="presParOf" srcId="{469E7D7F-ABAB-4DB7-B3BB-1BF49A42847C}" destId="{B92F3940-BED0-4BEE-A2A6-5FF767DB3A62}" srcOrd="2" destOrd="0" presId="urn:microsoft.com/office/officeart/2018/2/layout/IconLabelList"/>
    <dgm:cxn modelId="{89370D41-B5A3-456F-BE8D-5BADB17304A6}" type="presParOf" srcId="{719D3495-D297-481C-AED5-BE8E0BC0760E}" destId="{8C312DD1-8E6E-417B-A5AB-6C4244D708D3}" srcOrd="5" destOrd="0" presId="urn:microsoft.com/office/officeart/2018/2/layout/IconLabelList"/>
    <dgm:cxn modelId="{C3CFF2FF-27A9-4155-B7E3-1C57839BA675}" type="presParOf" srcId="{719D3495-D297-481C-AED5-BE8E0BC0760E}" destId="{4E46712A-A9A4-4B82-AFF5-F30E622C716A}" srcOrd="6" destOrd="0" presId="urn:microsoft.com/office/officeart/2018/2/layout/IconLabelList"/>
    <dgm:cxn modelId="{61EAD910-48E8-4AD4-83B0-0172B327C23B}" type="presParOf" srcId="{4E46712A-A9A4-4B82-AFF5-F30E622C716A}" destId="{CD80C6A4-F919-4E37-BD07-025C14D7BA5A}" srcOrd="0" destOrd="0" presId="urn:microsoft.com/office/officeart/2018/2/layout/IconLabelList"/>
    <dgm:cxn modelId="{7C16A4C0-828B-4C78-B8A6-A86175921AE8}" type="presParOf" srcId="{4E46712A-A9A4-4B82-AFF5-F30E622C716A}" destId="{5BB5A556-E770-4128-83F0-FA169DF7C0BF}" srcOrd="1" destOrd="0" presId="urn:microsoft.com/office/officeart/2018/2/layout/IconLabelList"/>
    <dgm:cxn modelId="{4D056C67-7E5A-47A5-B2E2-D51F5DDE4EE3}" type="presParOf" srcId="{4E46712A-A9A4-4B82-AFF5-F30E622C716A}" destId="{27F79856-D9A5-4BA9-B663-D285DAC71AB7}" srcOrd="2" destOrd="0" presId="urn:microsoft.com/office/officeart/2018/2/layout/IconLabelList"/>
    <dgm:cxn modelId="{41939CD7-0405-4288-9741-86CCC256CE81}" type="presParOf" srcId="{719D3495-D297-481C-AED5-BE8E0BC0760E}" destId="{841C5059-2637-47D4-8439-D797B38BEE16}" srcOrd="7" destOrd="0" presId="urn:microsoft.com/office/officeart/2018/2/layout/IconLabelList"/>
    <dgm:cxn modelId="{8C737427-48FD-47D0-BAA7-7A2D2F43B452}" type="presParOf" srcId="{719D3495-D297-481C-AED5-BE8E0BC0760E}" destId="{5C188E88-4A7A-4F87-95AE-631B6E0C3520}" srcOrd="8" destOrd="0" presId="urn:microsoft.com/office/officeart/2018/2/layout/IconLabelList"/>
    <dgm:cxn modelId="{DCCCA700-CFF6-4035-9B49-B227525EA351}" type="presParOf" srcId="{5C188E88-4A7A-4F87-95AE-631B6E0C3520}" destId="{088DC0E3-E20C-419E-B6D9-C9D4828C035F}" srcOrd="0" destOrd="0" presId="urn:microsoft.com/office/officeart/2018/2/layout/IconLabelList"/>
    <dgm:cxn modelId="{C152E71F-0A8E-43B6-BCC8-8387296EA854}" type="presParOf" srcId="{5C188E88-4A7A-4F87-95AE-631B6E0C3520}" destId="{8B067DB4-6337-4447-9D41-5ED337787FC9}" srcOrd="1" destOrd="0" presId="urn:microsoft.com/office/officeart/2018/2/layout/IconLabelList"/>
    <dgm:cxn modelId="{FE4DA629-13CE-45B0-A26F-C90B306BB2BD}" type="presParOf" srcId="{5C188E88-4A7A-4F87-95AE-631B6E0C3520}" destId="{E5F5668B-0A65-4459-83CA-5D0C5227924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9D8421-7718-42F6-B125-988F6A24FB6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0D255DB-8F3B-4881-9171-168B57BF50CE}">
      <dgm:prSet/>
      <dgm:spPr/>
      <dgm:t>
        <a:bodyPr/>
        <a:lstStyle/>
        <a:p>
          <a:pPr>
            <a:defRPr cap="all"/>
          </a:pPr>
          <a:r>
            <a:rPr lang="en-IN"/>
            <a:t>Model abstraction layer (LLM-agnostic design)</a:t>
          </a:r>
          <a:endParaRPr lang="en-US"/>
        </a:p>
      </dgm:t>
    </dgm:pt>
    <dgm:pt modelId="{8E2C7C0B-B76B-4E78-93E1-10642E121722}" type="parTrans" cxnId="{EED166B6-A125-40DA-A77E-9EBDA07A3063}">
      <dgm:prSet/>
      <dgm:spPr/>
      <dgm:t>
        <a:bodyPr/>
        <a:lstStyle/>
        <a:p>
          <a:endParaRPr lang="en-US"/>
        </a:p>
      </dgm:t>
    </dgm:pt>
    <dgm:pt modelId="{D36D6B43-2CA1-4D2E-9E8D-956B6800D741}" type="sibTrans" cxnId="{EED166B6-A125-40DA-A77E-9EBDA07A3063}">
      <dgm:prSet/>
      <dgm:spPr/>
      <dgm:t>
        <a:bodyPr/>
        <a:lstStyle/>
        <a:p>
          <a:endParaRPr lang="en-US"/>
        </a:p>
      </dgm:t>
    </dgm:pt>
    <dgm:pt modelId="{BF277160-D923-4D1E-94D9-F25472F3C223}">
      <dgm:prSet/>
      <dgm:spPr/>
      <dgm:t>
        <a:bodyPr/>
        <a:lstStyle/>
        <a:p>
          <a:pPr>
            <a:defRPr cap="all"/>
          </a:pPr>
          <a:r>
            <a:rPr lang="en-IN"/>
            <a:t>Cost-aware routing (tiered model strategy)</a:t>
          </a:r>
          <a:endParaRPr lang="en-US"/>
        </a:p>
      </dgm:t>
    </dgm:pt>
    <dgm:pt modelId="{C6099B8A-93E9-4D04-BAE0-6F2757D03AF4}" type="parTrans" cxnId="{80C8A712-8FD3-4128-A6F3-1AE8ADD0F5E4}">
      <dgm:prSet/>
      <dgm:spPr/>
      <dgm:t>
        <a:bodyPr/>
        <a:lstStyle/>
        <a:p>
          <a:endParaRPr lang="en-US"/>
        </a:p>
      </dgm:t>
    </dgm:pt>
    <dgm:pt modelId="{2E3D9EE1-563D-44E7-8CDE-CA67A862D0BE}" type="sibTrans" cxnId="{80C8A712-8FD3-4128-A6F3-1AE8ADD0F5E4}">
      <dgm:prSet/>
      <dgm:spPr/>
      <dgm:t>
        <a:bodyPr/>
        <a:lstStyle/>
        <a:p>
          <a:endParaRPr lang="en-US"/>
        </a:p>
      </dgm:t>
    </dgm:pt>
    <dgm:pt modelId="{2D55FED3-57E9-4582-8E40-0849DBA79EE6}">
      <dgm:prSet/>
      <dgm:spPr/>
      <dgm:t>
        <a:bodyPr/>
        <a:lstStyle/>
        <a:p>
          <a:pPr>
            <a:defRPr cap="all"/>
          </a:pPr>
          <a:r>
            <a:rPr lang="en-IN"/>
            <a:t>Prompt version governance</a:t>
          </a:r>
          <a:endParaRPr lang="en-US"/>
        </a:p>
      </dgm:t>
    </dgm:pt>
    <dgm:pt modelId="{3157995E-0F74-47E2-8851-E18AA904013B}" type="parTrans" cxnId="{9C3C024B-8DC2-4045-BCAE-155FC37952DD}">
      <dgm:prSet/>
      <dgm:spPr/>
      <dgm:t>
        <a:bodyPr/>
        <a:lstStyle/>
        <a:p>
          <a:endParaRPr lang="en-US"/>
        </a:p>
      </dgm:t>
    </dgm:pt>
    <dgm:pt modelId="{9CE0A014-E358-4EC1-AEB9-99DE79C6828B}" type="sibTrans" cxnId="{9C3C024B-8DC2-4045-BCAE-155FC37952DD}">
      <dgm:prSet/>
      <dgm:spPr/>
      <dgm:t>
        <a:bodyPr/>
        <a:lstStyle/>
        <a:p>
          <a:endParaRPr lang="en-US"/>
        </a:p>
      </dgm:t>
    </dgm:pt>
    <dgm:pt modelId="{F9F4D37A-1282-42DC-9565-7D1D53556515}">
      <dgm:prSet/>
      <dgm:spPr/>
      <dgm:t>
        <a:bodyPr/>
        <a:lstStyle/>
        <a:p>
          <a:pPr>
            <a:defRPr cap="all"/>
          </a:pPr>
          <a:r>
            <a:rPr lang="en-IN"/>
            <a:t>Audit logging &amp; traceability</a:t>
          </a:r>
          <a:endParaRPr lang="en-US"/>
        </a:p>
      </dgm:t>
    </dgm:pt>
    <dgm:pt modelId="{67AA2C92-DD78-4873-842F-B862082D8BB9}" type="parTrans" cxnId="{3F6A3329-C8DC-4A3C-9B32-709FEE60909A}">
      <dgm:prSet/>
      <dgm:spPr/>
      <dgm:t>
        <a:bodyPr/>
        <a:lstStyle/>
        <a:p>
          <a:endParaRPr lang="en-US"/>
        </a:p>
      </dgm:t>
    </dgm:pt>
    <dgm:pt modelId="{90AD0E33-355E-40DF-A7BA-04CB848DAF47}" type="sibTrans" cxnId="{3F6A3329-C8DC-4A3C-9B32-709FEE60909A}">
      <dgm:prSet/>
      <dgm:spPr/>
      <dgm:t>
        <a:bodyPr/>
        <a:lstStyle/>
        <a:p>
          <a:endParaRPr lang="en-US"/>
        </a:p>
      </dgm:t>
    </dgm:pt>
    <dgm:pt modelId="{17FB9813-DB0E-4942-ADF3-E80C458BBE89}">
      <dgm:prSet/>
      <dgm:spPr/>
      <dgm:t>
        <a:bodyPr/>
        <a:lstStyle/>
        <a:p>
          <a:pPr>
            <a:defRPr cap="all"/>
          </a:pPr>
          <a:r>
            <a:rPr lang="en-IN"/>
            <a:t>Human-in-loop escalation triggers</a:t>
          </a:r>
          <a:endParaRPr lang="en-US"/>
        </a:p>
      </dgm:t>
    </dgm:pt>
    <dgm:pt modelId="{6F35A0BF-912B-4119-A510-0009884F90B6}" type="parTrans" cxnId="{0DD1019C-43D2-4B64-9354-937FFF77DE41}">
      <dgm:prSet/>
      <dgm:spPr/>
      <dgm:t>
        <a:bodyPr/>
        <a:lstStyle/>
        <a:p>
          <a:endParaRPr lang="en-US"/>
        </a:p>
      </dgm:t>
    </dgm:pt>
    <dgm:pt modelId="{ED52E9A1-6157-4E5B-8DB1-5C8E4CD450A2}" type="sibTrans" cxnId="{0DD1019C-43D2-4B64-9354-937FFF77DE41}">
      <dgm:prSet/>
      <dgm:spPr/>
      <dgm:t>
        <a:bodyPr/>
        <a:lstStyle/>
        <a:p>
          <a:endParaRPr lang="en-US"/>
        </a:p>
      </dgm:t>
    </dgm:pt>
    <dgm:pt modelId="{E6961C59-8715-4467-AD6C-872DD01A0CB8}">
      <dgm:prSet/>
      <dgm:spPr/>
      <dgm:t>
        <a:bodyPr/>
        <a:lstStyle/>
        <a:p>
          <a:pPr>
            <a:defRPr cap="all"/>
          </a:pPr>
          <a:r>
            <a:rPr lang="en-IN"/>
            <a:t>Multi-region rule configuration</a:t>
          </a:r>
          <a:endParaRPr lang="en-US"/>
        </a:p>
      </dgm:t>
    </dgm:pt>
    <dgm:pt modelId="{B414E06C-DBD3-4118-BB26-9E7A7698CCB6}" type="parTrans" cxnId="{265A15BE-E793-461A-9BA8-E569AB211F1D}">
      <dgm:prSet/>
      <dgm:spPr/>
      <dgm:t>
        <a:bodyPr/>
        <a:lstStyle/>
        <a:p>
          <a:endParaRPr lang="en-US"/>
        </a:p>
      </dgm:t>
    </dgm:pt>
    <dgm:pt modelId="{0F4B4465-85B8-4FCE-A973-1B89E275798E}" type="sibTrans" cxnId="{265A15BE-E793-461A-9BA8-E569AB211F1D}">
      <dgm:prSet/>
      <dgm:spPr/>
      <dgm:t>
        <a:bodyPr/>
        <a:lstStyle/>
        <a:p>
          <a:endParaRPr lang="en-US"/>
        </a:p>
      </dgm:t>
    </dgm:pt>
    <dgm:pt modelId="{8DE9B83D-4DC8-41B7-98C9-74138D6CF471}">
      <dgm:prSet/>
      <dgm:spPr/>
      <dgm:t>
        <a:bodyPr/>
        <a:lstStyle/>
        <a:p>
          <a:pPr>
            <a:defRPr cap="all"/>
          </a:pPr>
          <a:r>
            <a:rPr lang="en-IN"/>
            <a:t>Latency &amp; caching strategy</a:t>
          </a:r>
          <a:endParaRPr lang="en-US"/>
        </a:p>
      </dgm:t>
    </dgm:pt>
    <dgm:pt modelId="{B497CBAE-460D-48B7-BC44-880D74CA2304}" type="parTrans" cxnId="{32D016F0-7F39-4A11-AF8E-26A46810D493}">
      <dgm:prSet/>
      <dgm:spPr/>
      <dgm:t>
        <a:bodyPr/>
        <a:lstStyle/>
        <a:p>
          <a:endParaRPr lang="en-US"/>
        </a:p>
      </dgm:t>
    </dgm:pt>
    <dgm:pt modelId="{C59CEAAE-D349-496D-B277-51AFDBC9D81E}" type="sibTrans" cxnId="{32D016F0-7F39-4A11-AF8E-26A46810D493}">
      <dgm:prSet/>
      <dgm:spPr/>
      <dgm:t>
        <a:bodyPr/>
        <a:lstStyle/>
        <a:p>
          <a:endParaRPr lang="en-US"/>
        </a:p>
      </dgm:t>
    </dgm:pt>
    <dgm:pt modelId="{8A854B3C-93AB-4346-9FA1-F3C7203D3528}" type="pres">
      <dgm:prSet presAssocID="{379D8421-7718-42F6-B125-988F6A24FB6E}" presName="root" presStyleCnt="0">
        <dgm:presLayoutVars>
          <dgm:dir/>
          <dgm:resizeHandles val="exact"/>
        </dgm:presLayoutVars>
      </dgm:prSet>
      <dgm:spPr/>
    </dgm:pt>
    <dgm:pt modelId="{219A7BB3-D48E-44B9-83C3-1F1707ABF98F}" type="pres">
      <dgm:prSet presAssocID="{50D255DB-8F3B-4881-9171-168B57BF50CE}" presName="compNode" presStyleCnt="0"/>
      <dgm:spPr/>
    </dgm:pt>
    <dgm:pt modelId="{E2D3699C-0698-4694-A690-90BF5478D2C4}" type="pres">
      <dgm:prSet presAssocID="{50D255DB-8F3B-4881-9171-168B57BF50CE}" presName="iconBgRect" presStyleLbl="bgShp" presStyleIdx="0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8C57D204-8B8E-45AF-AC19-4312BD6D7AB2}" type="pres">
      <dgm:prSet presAssocID="{50D255DB-8F3B-4881-9171-168B57BF50CE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9A741235-2BB1-4E94-960F-B40F3985F6D8}" type="pres">
      <dgm:prSet presAssocID="{50D255DB-8F3B-4881-9171-168B57BF50CE}" presName="spaceRect" presStyleCnt="0"/>
      <dgm:spPr/>
    </dgm:pt>
    <dgm:pt modelId="{4C044DF0-D747-4DC8-8317-9C11E2DFEB26}" type="pres">
      <dgm:prSet presAssocID="{50D255DB-8F3B-4881-9171-168B57BF50CE}" presName="textRect" presStyleLbl="revTx" presStyleIdx="0" presStyleCnt="7">
        <dgm:presLayoutVars>
          <dgm:chMax val="1"/>
          <dgm:chPref val="1"/>
        </dgm:presLayoutVars>
      </dgm:prSet>
      <dgm:spPr/>
    </dgm:pt>
    <dgm:pt modelId="{D5F2B446-DA24-45AB-82F3-2AAFC0DDB39B}" type="pres">
      <dgm:prSet presAssocID="{D36D6B43-2CA1-4D2E-9E8D-956B6800D741}" presName="sibTrans" presStyleCnt="0"/>
      <dgm:spPr/>
    </dgm:pt>
    <dgm:pt modelId="{FF111E2E-2EC1-4FF3-94A5-55E8BCBB8731}" type="pres">
      <dgm:prSet presAssocID="{BF277160-D923-4D1E-94D9-F25472F3C223}" presName="compNode" presStyleCnt="0"/>
      <dgm:spPr/>
    </dgm:pt>
    <dgm:pt modelId="{53EC5413-BE13-4A41-8232-B702D302B306}" type="pres">
      <dgm:prSet presAssocID="{BF277160-D923-4D1E-94D9-F25472F3C223}" presName="iconBgRect" presStyleLbl="bgShp" presStyleIdx="1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1CF1D13E-46F0-4148-938F-827CDFFA92E8}" type="pres">
      <dgm:prSet presAssocID="{BF277160-D923-4D1E-94D9-F25472F3C223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C99D1DFE-6E48-417B-A47A-5D965F5A7C5B}" type="pres">
      <dgm:prSet presAssocID="{BF277160-D923-4D1E-94D9-F25472F3C223}" presName="spaceRect" presStyleCnt="0"/>
      <dgm:spPr/>
    </dgm:pt>
    <dgm:pt modelId="{EB16887D-D8E7-4C25-817D-8A3434C398F5}" type="pres">
      <dgm:prSet presAssocID="{BF277160-D923-4D1E-94D9-F25472F3C223}" presName="textRect" presStyleLbl="revTx" presStyleIdx="1" presStyleCnt="7">
        <dgm:presLayoutVars>
          <dgm:chMax val="1"/>
          <dgm:chPref val="1"/>
        </dgm:presLayoutVars>
      </dgm:prSet>
      <dgm:spPr/>
    </dgm:pt>
    <dgm:pt modelId="{26B0B98B-5AA8-473F-98AA-CEB0D14CF610}" type="pres">
      <dgm:prSet presAssocID="{2E3D9EE1-563D-44E7-8CDE-CA67A862D0BE}" presName="sibTrans" presStyleCnt="0"/>
      <dgm:spPr/>
    </dgm:pt>
    <dgm:pt modelId="{9E98884C-F4BB-4791-9ED4-708F9328DEBC}" type="pres">
      <dgm:prSet presAssocID="{2D55FED3-57E9-4582-8E40-0849DBA79EE6}" presName="compNode" presStyleCnt="0"/>
      <dgm:spPr/>
    </dgm:pt>
    <dgm:pt modelId="{7FE448C8-63E4-4C46-9760-8B7681A0074B}" type="pres">
      <dgm:prSet presAssocID="{2D55FED3-57E9-4582-8E40-0849DBA79EE6}" presName="iconBgRect" presStyleLbl="bgShp" presStyleIdx="2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0BDC5E23-B05D-4F62-915B-5170EEADCBFE}" type="pres">
      <dgm:prSet presAssocID="{2D55FED3-57E9-4582-8E40-0849DBA79EE6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53539D0-AF72-4D74-8BCC-E881CF438D1B}" type="pres">
      <dgm:prSet presAssocID="{2D55FED3-57E9-4582-8E40-0849DBA79EE6}" presName="spaceRect" presStyleCnt="0"/>
      <dgm:spPr/>
    </dgm:pt>
    <dgm:pt modelId="{90A65F13-5CF6-4357-8EDE-D8DAE3B6D6C3}" type="pres">
      <dgm:prSet presAssocID="{2D55FED3-57E9-4582-8E40-0849DBA79EE6}" presName="textRect" presStyleLbl="revTx" presStyleIdx="2" presStyleCnt="7">
        <dgm:presLayoutVars>
          <dgm:chMax val="1"/>
          <dgm:chPref val="1"/>
        </dgm:presLayoutVars>
      </dgm:prSet>
      <dgm:spPr/>
    </dgm:pt>
    <dgm:pt modelId="{955D579F-DD02-422F-9EE6-93EA9C05B6BB}" type="pres">
      <dgm:prSet presAssocID="{9CE0A014-E358-4EC1-AEB9-99DE79C6828B}" presName="sibTrans" presStyleCnt="0"/>
      <dgm:spPr/>
    </dgm:pt>
    <dgm:pt modelId="{2E2C0C1D-5E15-4148-BE04-145D61162451}" type="pres">
      <dgm:prSet presAssocID="{F9F4D37A-1282-42DC-9565-7D1D53556515}" presName="compNode" presStyleCnt="0"/>
      <dgm:spPr/>
    </dgm:pt>
    <dgm:pt modelId="{A47F640A-8E02-4F3F-9FDC-D27A7B7A395E}" type="pres">
      <dgm:prSet presAssocID="{F9F4D37A-1282-42DC-9565-7D1D53556515}" presName="iconBgRect" presStyleLbl="bgShp" presStyleIdx="3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47A73141-88C9-49E2-BAFA-1D15AAE46672}" type="pres">
      <dgm:prSet presAssocID="{F9F4D37A-1282-42DC-9565-7D1D53556515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A1032EF-3602-4ECC-A162-47C2177FF6F8}" type="pres">
      <dgm:prSet presAssocID="{F9F4D37A-1282-42DC-9565-7D1D53556515}" presName="spaceRect" presStyleCnt="0"/>
      <dgm:spPr/>
    </dgm:pt>
    <dgm:pt modelId="{9B51724C-9375-40C0-B2D1-A89CDCF450F2}" type="pres">
      <dgm:prSet presAssocID="{F9F4D37A-1282-42DC-9565-7D1D53556515}" presName="textRect" presStyleLbl="revTx" presStyleIdx="3" presStyleCnt="7">
        <dgm:presLayoutVars>
          <dgm:chMax val="1"/>
          <dgm:chPref val="1"/>
        </dgm:presLayoutVars>
      </dgm:prSet>
      <dgm:spPr/>
    </dgm:pt>
    <dgm:pt modelId="{1C217329-A2A0-4A1C-9755-FB8225B46ADC}" type="pres">
      <dgm:prSet presAssocID="{90AD0E33-355E-40DF-A7BA-04CB848DAF47}" presName="sibTrans" presStyleCnt="0"/>
      <dgm:spPr/>
    </dgm:pt>
    <dgm:pt modelId="{70A0E9B6-6C67-42E2-A895-04ACF1AC033F}" type="pres">
      <dgm:prSet presAssocID="{17FB9813-DB0E-4942-ADF3-E80C458BBE89}" presName="compNode" presStyleCnt="0"/>
      <dgm:spPr/>
    </dgm:pt>
    <dgm:pt modelId="{4272FE1F-0276-4E8F-9BE6-E3E8F19F3D94}" type="pres">
      <dgm:prSet presAssocID="{17FB9813-DB0E-4942-ADF3-E80C458BBE89}" presName="iconBgRect" presStyleLbl="bgShp" presStyleIdx="4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529AAEC3-83BB-42D7-86E1-E463610683EE}" type="pres">
      <dgm:prSet presAssocID="{17FB9813-DB0E-4942-ADF3-E80C458BBE89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9F0DD87E-4419-4B77-A406-F8D3D3B02BF7}" type="pres">
      <dgm:prSet presAssocID="{17FB9813-DB0E-4942-ADF3-E80C458BBE89}" presName="spaceRect" presStyleCnt="0"/>
      <dgm:spPr/>
    </dgm:pt>
    <dgm:pt modelId="{2B71B6D3-3EB3-43C8-BDA8-15F99CD62A23}" type="pres">
      <dgm:prSet presAssocID="{17FB9813-DB0E-4942-ADF3-E80C458BBE89}" presName="textRect" presStyleLbl="revTx" presStyleIdx="4" presStyleCnt="7">
        <dgm:presLayoutVars>
          <dgm:chMax val="1"/>
          <dgm:chPref val="1"/>
        </dgm:presLayoutVars>
      </dgm:prSet>
      <dgm:spPr/>
    </dgm:pt>
    <dgm:pt modelId="{FCD33D90-ED49-4D00-812B-8FDAE404F890}" type="pres">
      <dgm:prSet presAssocID="{ED52E9A1-6157-4E5B-8DB1-5C8E4CD450A2}" presName="sibTrans" presStyleCnt="0"/>
      <dgm:spPr/>
    </dgm:pt>
    <dgm:pt modelId="{16664873-1F02-4DD8-80A0-67BD2918101C}" type="pres">
      <dgm:prSet presAssocID="{E6961C59-8715-4467-AD6C-872DD01A0CB8}" presName="compNode" presStyleCnt="0"/>
      <dgm:spPr/>
    </dgm:pt>
    <dgm:pt modelId="{5F5157A5-A9CD-47C1-9415-E2CD7BFB7A92}" type="pres">
      <dgm:prSet presAssocID="{E6961C59-8715-4467-AD6C-872DD01A0CB8}" presName="iconBgRect" presStyleLbl="bgShp" presStyleIdx="5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CF3C3C6D-F45C-4E95-98F2-6184911CDA66}" type="pres">
      <dgm:prSet presAssocID="{E6961C59-8715-4467-AD6C-872DD01A0CB8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72BCEC4-178B-49E7-A611-5EC053E3E94C}" type="pres">
      <dgm:prSet presAssocID="{E6961C59-8715-4467-AD6C-872DD01A0CB8}" presName="spaceRect" presStyleCnt="0"/>
      <dgm:spPr/>
    </dgm:pt>
    <dgm:pt modelId="{86D4EBE0-3818-4429-A5A8-007812F0C51D}" type="pres">
      <dgm:prSet presAssocID="{E6961C59-8715-4467-AD6C-872DD01A0CB8}" presName="textRect" presStyleLbl="revTx" presStyleIdx="5" presStyleCnt="7">
        <dgm:presLayoutVars>
          <dgm:chMax val="1"/>
          <dgm:chPref val="1"/>
        </dgm:presLayoutVars>
      </dgm:prSet>
      <dgm:spPr/>
    </dgm:pt>
    <dgm:pt modelId="{D528E5FB-25B7-4A14-9D79-2EE8C3409EC8}" type="pres">
      <dgm:prSet presAssocID="{0F4B4465-85B8-4FCE-A973-1B89E275798E}" presName="sibTrans" presStyleCnt="0"/>
      <dgm:spPr/>
    </dgm:pt>
    <dgm:pt modelId="{D92A3893-F8ED-4898-9232-0C546E4D4EAD}" type="pres">
      <dgm:prSet presAssocID="{8DE9B83D-4DC8-41B7-98C9-74138D6CF471}" presName="compNode" presStyleCnt="0"/>
      <dgm:spPr/>
    </dgm:pt>
    <dgm:pt modelId="{BC1B50BC-3F27-4A80-A7FB-F1C849D7B613}" type="pres">
      <dgm:prSet presAssocID="{8DE9B83D-4DC8-41B7-98C9-74138D6CF471}" presName="iconBgRect" presStyleLbl="bgShp" presStyleIdx="6" presStyleCnt="7"/>
      <dgm:spPr>
        <a:prstGeom prst="round2DiagRect">
          <a:avLst>
            <a:gd name="adj1" fmla="val 29727"/>
            <a:gd name="adj2" fmla="val 0"/>
          </a:avLst>
        </a:prstGeom>
      </dgm:spPr>
    </dgm:pt>
    <dgm:pt modelId="{A8D8A806-8B4F-44BB-9F30-8E8A5B613A22}" type="pres">
      <dgm:prSet presAssocID="{8DE9B83D-4DC8-41B7-98C9-74138D6CF471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783AAEB0-1D32-4DEF-B90A-EA9FC16A4166}" type="pres">
      <dgm:prSet presAssocID="{8DE9B83D-4DC8-41B7-98C9-74138D6CF471}" presName="spaceRect" presStyleCnt="0"/>
      <dgm:spPr/>
    </dgm:pt>
    <dgm:pt modelId="{5D39B977-81ED-485B-8847-C7FDCC98356D}" type="pres">
      <dgm:prSet presAssocID="{8DE9B83D-4DC8-41B7-98C9-74138D6CF471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80C8A712-8FD3-4128-A6F3-1AE8ADD0F5E4}" srcId="{379D8421-7718-42F6-B125-988F6A24FB6E}" destId="{BF277160-D923-4D1E-94D9-F25472F3C223}" srcOrd="1" destOrd="0" parTransId="{C6099B8A-93E9-4D04-BAE0-6F2757D03AF4}" sibTransId="{2E3D9EE1-563D-44E7-8CDE-CA67A862D0BE}"/>
    <dgm:cxn modelId="{07D65B17-1276-4742-8311-B38D88B198DC}" type="presOf" srcId="{F9F4D37A-1282-42DC-9565-7D1D53556515}" destId="{9B51724C-9375-40C0-B2D1-A89CDCF450F2}" srcOrd="0" destOrd="0" presId="urn:microsoft.com/office/officeart/2018/5/layout/IconLeafLabelList"/>
    <dgm:cxn modelId="{3F6A3329-C8DC-4A3C-9B32-709FEE60909A}" srcId="{379D8421-7718-42F6-B125-988F6A24FB6E}" destId="{F9F4D37A-1282-42DC-9565-7D1D53556515}" srcOrd="3" destOrd="0" parTransId="{67AA2C92-DD78-4873-842F-B862082D8BB9}" sibTransId="{90AD0E33-355E-40DF-A7BA-04CB848DAF47}"/>
    <dgm:cxn modelId="{0226FF29-A836-4F08-BE9E-63EF8525753D}" type="presOf" srcId="{50D255DB-8F3B-4881-9171-168B57BF50CE}" destId="{4C044DF0-D747-4DC8-8317-9C11E2DFEB26}" srcOrd="0" destOrd="0" presId="urn:microsoft.com/office/officeart/2018/5/layout/IconLeafLabelList"/>
    <dgm:cxn modelId="{E6C2C233-D1D5-40DC-A5EA-BD3CFEF4E47E}" type="presOf" srcId="{8DE9B83D-4DC8-41B7-98C9-74138D6CF471}" destId="{5D39B977-81ED-485B-8847-C7FDCC98356D}" srcOrd="0" destOrd="0" presId="urn:microsoft.com/office/officeart/2018/5/layout/IconLeafLabelList"/>
    <dgm:cxn modelId="{B125A93C-0E19-4A76-BB78-FE98F6F4A6D1}" type="presOf" srcId="{17FB9813-DB0E-4942-ADF3-E80C458BBE89}" destId="{2B71B6D3-3EB3-43C8-BDA8-15F99CD62A23}" srcOrd="0" destOrd="0" presId="urn:microsoft.com/office/officeart/2018/5/layout/IconLeafLabelList"/>
    <dgm:cxn modelId="{9C3C024B-8DC2-4045-BCAE-155FC37952DD}" srcId="{379D8421-7718-42F6-B125-988F6A24FB6E}" destId="{2D55FED3-57E9-4582-8E40-0849DBA79EE6}" srcOrd="2" destOrd="0" parTransId="{3157995E-0F74-47E2-8851-E18AA904013B}" sibTransId="{9CE0A014-E358-4EC1-AEB9-99DE79C6828B}"/>
    <dgm:cxn modelId="{0996FC5A-B663-4B5B-BD5B-C1267085A6C5}" type="presOf" srcId="{2D55FED3-57E9-4582-8E40-0849DBA79EE6}" destId="{90A65F13-5CF6-4357-8EDE-D8DAE3B6D6C3}" srcOrd="0" destOrd="0" presId="urn:microsoft.com/office/officeart/2018/5/layout/IconLeafLabelList"/>
    <dgm:cxn modelId="{FD2A4D60-D71D-43FB-A686-C681A13F3E11}" type="presOf" srcId="{BF277160-D923-4D1E-94D9-F25472F3C223}" destId="{EB16887D-D8E7-4C25-817D-8A3434C398F5}" srcOrd="0" destOrd="0" presId="urn:microsoft.com/office/officeart/2018/5/layout/IconLeafLabelList"/>
    <dgm:cxn modelId="{F0CB0994-D138-4883-B360-9D75B17648FA}" type="presOf" srcId="{379D8421-7718-42F6-B125-988F6A24FB6E}" destId="{8A854B3C-93AB-4346-9FA1-F3C7203D3528}" srcOrd="0" destOrd="0" presId="urn:microsoft.com/office/officeart/2018/5/layout/IconLeafLabelList"/>
    <dgm:cxn modelId="{83993798-9EDF-4506-BCFC-1E7C476CEC3A}" type="presOf" srcId="{E6961C59-8715-4467-AD6C-872DD01A0CB8}" destId="{86D4EBE0-3818-4429-A5A8-007812F0C51D}" srcOrd="0" destOrd="0" presId="urn:microsoft.com/office/officeart/2018/5/layout/IconLeafLabelList"/>
    <dgm:cxn modelId="{0DD1019C-43D2-4B64-9354-937FFF77DE41}" srcId="{379D8421-7718-42F6-B125-988F6A24FB6E}" destId="{17FB9813-DB0E-4942-ADF3-E80C458BBE89}" srcOrd="4" destOrd="0" parTransId="{6F35A0BF-912B-4119-A510-0009884F90B6}" sibTransId="{ED52E9A1-6157-4E5B-8DB1-5C8E4CD450A2}"/>
    <dgm:cxn modelId="{EED166B6-A125-40DA-A77E-9EBDA07A3063}" srcId="{379D8421-7718-42F6-B125-988F6A24FB6E}" destId="{50D255DB-8F3B-4881-9171-168B57BF50CE}" srcOrd="0" destOrd="0" parTransId="{8E2C7C0B-B76B-4E78-93E1-10642E121722}" sibTransId="{D36D6B43-2CA1-4D2E-9E8D-956B6800D741}"/>
    <dgm:cxn modelId="{265A15BE-E793-461A-9BA8-E569AB211F1D}" srcId="{379D8421-7718-42F6-B125-988F6A24FB6E}" destId="{E6961C59-8715-4467-AD6C-872DD01A0CB8}" srcOrd="5" destOrd="0" parTransId="{B414E06C-DBD3-4118-BB26-9E7A7698CCB6}" sibTransId="{0F4B4465-85B8-4FCE-A973-1B89E275798E}"/>
    <dgm:cxn modelId="{32D016F0-7F39-4A11-AF8E-26A46810D493}" srcId="{379D8421-7718-42F6-B125-988F6A24FB6E}" destId="{8DE9B83D-4DC8-41B7-98C9-74138D6CF471}" srcOrd="6" destOrd="0" parTransId="{B497CBAE-460D-48B7-BC44-880D74CA2304}" sibTransId="{C59CEAAE-D349-496D-B277-51AFDBC9D81E}"/>
    <dgm:cxn modelId="{39B5DD1A-0CDC-4CC4-9295-DCD9D670CDDA}" type="presParOf" srcId="{8A854B3C-93AB-4346-9FA1-F3C7203D3528}" destId="{219A7BB3-D48E-44B9-83C3-1F1707ABF98F}" srcOrd="0" destOrd="0" presId="urn:microsoft.com/office/officeart/2018/5/layout/IconLeafLabelList"/>
    <dgm:cxn modelId="{47F5C6B0-BE55-410E-A468-E0FC121D3E86}" type="presParOf" srcId="{219A7BB3-D48E-44B9-83C3-1F1707ABF98F}" destId="{E2D3699C-0698-4694-A690-90BF5478D2C4}" srcOrd="0" destOrd="0" presId="urn:microsoft.com/office/officeart/2018/5/layout/IconLeafLabelList"/>
    <dgm:cxn modelId="{568B86EB-3721-44F1-A642-3002AA1FBEBA}" type="presParOf" srcId="{219A7BB3-D48E-44B9-83C3-1F1707ABF98F}" destId="{8C57D204-8B8E-45AF-AC19-4312BD6D7AB2}" srcOrd="1" destOrd="0" presId="urn:microsoft.com/office/officeart/2018/5/layout/IconLeafLabelList"/>
    <dgm:cxn modelId="{C88954AD-D00F-4D11-99D0-1DFAC1AB54D7}" type="presParOf" srcId="{219A7BB3-D48E-44B9-83C3-1F1707ABF98F}" destId="{9A741235-2BB1-4E94-960F-B40F3985F6D8}" srcOrd="2" destOrd="0" presId="urn:microsoft.com/office/officeart/2018/5/layout/IconLeafLabelList"/>
    <dgm:cxn modelId="{913E2403-B4EA-41D7-8224-6B0191124040}" type="presParOf" srcId="{219A7BB3-D48E-44B9-83C3-1F1707ABF98F}" destId="{4C044DF0-D747-4DC8-8317-9C11E2DFEB26}" srcOrd="3" destOrd="0" presId="urn:microsoft.com/office/officeart/2018/5/layout/IconLeafLabelList"/>
    <dgm:cxn modelId="{EAC7B0CF-929A-499A-ACF0-30CD1C680E3A}" type="presParOf" srcId="{8A854B3C-93AB-4346-9FA1-F3C7203D3528}" destId="{D5F2B446-DA24-45AB-82F3-2AAFC0DDB39B}" srcOrd="1" destOrd="0" presId="urn:microsoft.com/office/officeart/2018/5/layout/IconLeafLabelList"/>
    <dgm:cxn modelId="{87CF9ED9-D987-45D8-BF97-A6A92155893A}" type="presParOf" srcId="{8A854B3C-93AB-4346-9FA1-F3C7203D3528}" destId="{FF111E2E-2EC1-4FF3-94A5-55E8BCBB8731}" srcOrd="2" destOrd="0" presId="urn:microsoft.com/office/officeart/2018/5/layout/IconLeafLabelList"/>
    <dgm:cxn modelId="{48F285DC-9EF7-4441-858E-FDF61B2A5B33}" type="presParOf" srcId="{FF111E2E-2EC1-4FF3-94A5-55E8BCBB8731}" destId="{53EC5413-BE13-4A41-8232-B702D302B306}" srcOrd="0" destOrd="0" presId="urn:microsoft.com/office/officeart/2018/5/layout/IconLeafLabelList"/>
    <dgm:cxn modelId="{421F78BA-E9B8-40F6-B7D3-C10E4785DC20}" type="presParOf" srcId="{FF111E2E-2EC1-4FF3-94A5-55E8BCBB8731}" destId="{1CF1D13E-46F0-4148-938F-827CDFFA92E8}" srcOrd="1" destOrd="0" presId="urn:microsoft.com/office/officeart/2018/5/layout/IconLeafLabelList"/>
    <dgm:cxn modelId="{818BF84E-729C-4EBC-9FFE-2F74F5E2E92E}" type="presParOf" srcId="{FF111E2E-2EC1-4FF3-94A5-55E8BCBB8731}" destId="{C99D1DFE-6E48-417B-A47A-5D965F5A7C5B}" srcOrd="2" destOrd="0" presId="urn:microsoft.com/office/officeart/2018/5/layout/IconLeafLabelList"/>
    <dgm:cxn modelId="{724704AA-D50D-413B-A0AE-D20426C33663}" type="presParOf" srcId="{FF111E2E-2EC1-4FF3-94A5-55E8BCBB8731}" destId="{EB16887D-D8E7-4C25-817D-8A3434C398F5}" srcOrd="3" destOrd="0" presId="urn:microsoft.com/office/officeart/2018/5/layout/IconLeafLabelList"/>
    <dgm:cxn modelId="{26667024-BDAC-44BC-8CB1-8D14E7B61D62}" type="presParOf" srcId="{8A854B3C-93AB-4346-9FA1-F3C7203D3528}" destId="{26B0B98B-5AA8-473F-98AA-CEB0D14CF610}" srcOrd="3" destOrd="0" presId="urn:microsoft.com/office/officeart/2018/5/layout/IconLeafLabelList"/>
    <dgm:cxn modelId="{72FD9965-CD71-4A64-965B-9824E0F74004}" type="presParOf" srcId="{8A854B3C-93AB-4346-9FA1-F3C7203D3528}" destId="{9E98884C-F4BB-4791-9ED4-708F9328DEBC}" srcOrd="4" destOrd="0" presId="urn:microsoft.com/office/officeart/2018/5/layout/IconLeafLabelList"/>
    <dgm:cxn modelId="{C294691E-9698-4C04-A086-E143F4973CFB}" type="presParOf" srcId="{9E98884C-F4BB-4791-9ED4-708F9328DEBC}" destId="{7FE448C8-63E4-4C46-9760-8B7681A0074B}" srcOrd="0" destOrd="0" presId="urn:microsoft.com/office/officeart/2018/5/layout/IconLeafLabelList"/>
    <dgm:cxn modelId="{15CD0BE2-F316-488F-A41E-36D72531C48A}" type="presParOf" srcId="{9E98884C-F4BB-4791-9ED4-708F9328DEBC}" destId="{0BDC5E23-B05D-4F62-915B-5170EEADCBFE}" srcOrd="1" destOrd="0" presId="urn:microsoft.com/office/officeart/2018/5/layout/IconLeafLabelList"/>
    <dgm:cxn modelId="{3E086152-6B4A-4CEA-B00D-D8EE88B320F2}" type="presParOf" srcId="{9E98884C-F4BB-4791-9ED4-708F9328DEBC}" destId="{F53539D0-AF72-4D74-8BCC-E881CF438D1B}" srcOrd="2" destOrd="0" presId="urn:microsoft.com/office/officeart/2018/5/layout/IconLeafLabelList"/>
    <dgm:cxn modelId="{2D08787E-7288-4871-8256-B9481DA9DAD8}" type="presParOf" srcId="{9E98884C-F4BB-4791-9ED4-708F9328DEBC}" destId="{90A65F13-5CF6-4357-8EDE-D8DAE3B6D6C3}" srcOrd="3" destOrd="0" presId="urn:microsoft.com/office/officeart/2018/5/layout/IconLeafLabelList"/>
    <dgm:cxn modelId="{77FF5C66-F13D-4F24-85BB-69FC4238E777}" type="presParOf" srcId="{8A854B3C-93AB-4346-9FA1-F3C7203D3528}" destId="{955D579F-DD02-422F-9EE6-93EA9C05B6BB}" srcOrd="5" destOrd="0" presId="urn:microsoft.com/office/officeart/2018/5/layout/IconLeafLabelList"/>
    <dgm:cxn modelId="{F0283553-2CE2-40FE-B204-DBA7FD242D18}" type="presParOf" srcId="{8A854B3C-93AB-4346-9FA1-F3C7203D3528}" destId="{2E2C0C1D-5E15-4148-BE04-145D61162451}" srcOrd="6" destOrd="0" presId="urn:microsoft.com/office/officeart/2018/5/layout/IconLeafLabelList"/>
    <dgm:cxn modelId="{A4008257-3D6B-4395-A358-95EB5560CEAA}" type="presParOf" srcId="{2E2C0C1D-5E15-4148-BE04-145D61162451}" destId="{A47F640A-8E02-4F3F-9FDC-D27A7B7A395E}" srcOrd="0" destOrd="0" presId="urn:microsoft.com/office/officeart/2018/5/layout/IconLeafLabelList"/>
    <dgm:cxn modelId="{925B81C8-CF45-4F19-9681-0E8F4E634FFE}" type="presParOf" srcId="{2E2C0C1D-5E15-4148-BE04-145D61162451}" destId="{47A73141-88C9-49E2-BAFA-1D15AAE46672}" srcOrd="1" destOrd="0" presId="urn:microsoft.com/office/officeart/2018/5/layout/IconLeafLabelList"/>
    <dgm:cxn modelId="{6479F3BF-917C-464B-933D-072A08FDB9F6}" type="presParOf" srcId="{2E2C0C1D-5E15-4148-BE04-145D61162451}" destId="{5A1032EF-3602-4ECC-A162-47C2177FF6F8}" srcOrd="2" destOrd="0" presId="urn:microsoft.com/office/officeart/2018/5/layout/IconLeafLabelList"/>
    <dgm:cxn modelId="{9355FBC5-9571-45E8-93F8-AD8FC55C33F3}" type="presParOf" srcId="{2E2C0C1D-5E15-4148-BE04-145D61162451}" destId="{9B51724C-9375-40C0-B2D1-A89CDCF450F2}" srcOrd="3" destOrd="0" presId="urn:microsoft.com/office/officeart/2018/5/layout/IconLeafLabelList"/>
    <dgm:cxn modelId="{E78296E7-1449-48E2-9DB3-0E8A396DAC5D}" type="presParOf" srcId="{8A854B3C-93AB-4346-9FA1-F3C7203D3528}" destId="{1C217329-A2A0-4A1C-9755-FB8225B46ADC}" srcOrd="7" destOrd="0" presId="urn:microsoft.com/office/officeart/2018/5/layout/IconLeafLabelList"/>
    <dgm:cxn modelId="{EFF54F5D-C916-429B-8CDB-B18847B2187C}" type="presParOf" srcId="{8A854B3C-93AB-4346-9FA1-F3C7203D3528}" destId="{70A0E9B6-6C67-42E2-A895-04ACF1AC033F}" srcOrd="8" destOrd="0" presId="urn:microsoft.com/office/officeart/2018/5/layout/IconLeafLabelList"/>
    <dgm:cxn modelId="{B0D1B7C5-CC99-447A-8B68-603336709B8C}" type="presParOf" srcId="{70A0E9B6-6C67-42E2-A895-04ACF1AC033F}" destId="{4272FE1F-0276-4E8F-9BE6-E3E8F19F3D94}" srcOrd="0" destOrd="0" presId="urn:microsoft.com/office/officeart/2018/5/layout/IconLeafLabelList"/>
    <dgm:cxn modelId="{7678847D-631B-4F70-815D-674E747492DD}" type="presParOf" srcId="{70A0E9B6-6C67-42E2-A895-04ACF1AC033F}" destId="{529AAEC3-83BB-42D7-86E1-E463610683EE}" srcOrd="1" destOrd="0" presId="urn:microsoft.com/office/officeart/2018/5/layout/IconLeafLabelList"/>
    <dgm:cxn modelId="{7008C9FC-98B2-4460-AEF3-237535E24613}" type="presParOf" srcId="{70A0E9B6-6C67-42E2-A895-04ACF1AC033F}" destId="{9F0DD87E-4419-4B77-A406-F8D3D3B02BF7}" srcOrd="2" destOrd="0" presId="urn:microsoft.com/office/officeart/2018/5/layout/IconLeafLabelList"/>
    <dgm:cxn modelId="{90ADB66A-CBA2-4473-8DA4-4E9D80DAF713}" type="presParOf" srcId="{70A0E9B6-6C67-42E2-A895-04ACF1AC033F}" destId="{2B71B6D3-3EB3-43C8-BDA8-15F99CD62A23}" srcOrd="3" destOrd="0" presId="urn:microsoft.com/office/officeart/2018/5/layout/IconLeafLabelList"/>
    <dgm:cxn modelId="{B1185C08-44A8-4239-9D06-4B8C30E326B6}" type="presParOf" srcId="{8A854B3C-93AB-4346-9FA1-F3C7203D3528}" destId="{FCD33D90-ED49-4D00-812B-8FDAE404F890}" srcOrd="9" destOrd="0" presId="urn:microsoft.com/office/officeart/2018/5/layout/IconLeafLabelList"/>
    <dgm:cxn modelId="{6375CB4E-4EF1-4318-9A79-9124B9DF5099}" type="presParOf" srcId="{8A854B3C-93AB-4346-9FA1-F3C7203D3528}" destId="{16664873-1F02-4DD8-80A0-67BD2918101C}" srcOrd="10" destOrd="0" presId="urn:microsoft.com/office/officeart/2018/5/layout/IconLeafLabelList"/>
    <dgm:cxn modelId="{73BFBC4F-0A78-4ED8-9A03-9B2E29D1F022}" type="presParOf" srcId="{16664873-1F02-4DD8-80A0-67BD2918101C}" destId="{5F5157A5-A9CD-47C1-9415-E2CD7BFB7A92}" srcOrd="0" destOrd="0" presId="urn:microsoft.com/office/officeart/2018/5/layout/IconLeafLabelList"/>
    <dgm:cxn modelId="{0CFED415-8B82-4EA5-9961-DD9B9B0ED8BB}" type="presParOf" srcId="{16664873-1F02-4DD8-80A0-67BD2918101C}" destId="{CF3C3C6D-F45C-4E95-98F2-6184911CDA66}" srcOrd="1" destOrd="0" presId="urn:microsoft.com/office/officeart/2018/5/layout/IconLeafLabelList"/>
    <dgm:cxn modelId="{D0F48C8E-260F-4D64-BBCA-195A40BABB23}" type="presParOf" srcId="{16664873-1F02-4DD8-80A0-67BD2918101C}" destId="{572BCEC4-178B-49E7-A611-5EC053E3E94C}" srcOrd="2" destOrd="0" presId="urn:microsoft.com/office/officeart/2018/5/layout/IconLeafLabelList"/>
    <dgm:cxn modelId="{2FF47481-05F1-4072-85B0-46F5CACBBACA}" type="presParOf" srcId="{16664873-1F02-4DD8-80A0-67BD2918101C}" destId="{86D4EBE0-3818-4429-A5A8-007812F0C51D}" srcOrd="3" destOrd="0" presId="urn:microsoft.com/office/officeart/2018/5/layout/IconLeafLabelList"/>
    <dgm:cxn modelId="{8F054411-F511-4843-9D9C-60CC1A5A3D3F}" type="presParOf" srcId="{8A854B3C-93AB-4346-9FA1-F3C7203D3528}" destId="{D528E5FB-25B7-4A14-9D79-2EE8C3409EC8}" srcOrd="11" destOrd="0" presId="urn:microsoft.com/office/officeart/2018/5/layout/IconLeafLabelList"/>
    <dgm:cxn modelId="{E498B409-D64C-4C46-96BB-1FE85C400367}" type="presParOf" srcId="{8A854B3C-93AB-4346-9FA1-F3C7203D3528}" destId="{D92A3893-F8ED-4898-9232-0C546E4D4EAD}" srcOrd="12" destOrd="0" presId="urn:microsoft.com/office/officeart/2018/5/layout/IconLeafLabelList"/>
    <dgm:cxn modelId="{F86972BC-CC17-4079-B68F-98D4554CD84A}" type="presParOf" srcId="{D92A3893-F8ED-4898-9232-0C546E4D4EAD}" destId="{BC1B50BC-3F27-4A80-A7FB-F1C849D7B613}" srcOrd="0" destOrd="0" presId="urn:microsoft.com/office/officeart/2018/5/layout/IconLeafLabelList"/>
    <dgm:cxn modelId="{32BF8A4E-4D19-4D7A-92FF-0172C61513C0}" type="presParOf" srcId="{D92A3893-F8ED-4898-9232-0C546E4D4EAD}" destId="{A8D8A806-8B4F-44BB-9F30-8E8A5B613A22}" srcOrd="1" destOrd="0" presId="urn:microsoft.com/office/officeart/2018/5/layout/IconLeafLabelList"/>
    <dgm:cxn modelId="{5C7B9C84-1310-4F81-A06E-09A80FA5E3F7}" type="presParOf" srcId="{D92A3893-F8ED-4898-9232-0C546E4D4EAD}" destId="{783AAEB0-1D32-4DEF-B90A-EA9FC16A4166}" srcOrd="2" destOrd="0" presId="urn:microsoft.com/office/officeart/2018/5/layout/IconLeafLabelList"/>
    <dgm:cxn modelId="{3BD6102D-6075-4D02-9248-4C563A5F5F09}" type="presParOf" srcId="{D92A3893-F8ED-4898-9232-0C546E4D4EAD}" destId="{5D39B977-81ED-485B-8847-C7FDCC98356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7E162-0816-E049-818E-6B34B2A7E66E}">
      <dsp:nvSpPr>
        <dsp:cNvPr id="0" name=""/>
        <dsp:cNvSpPr/>
      </dsp:nvSpPr>
      <dsp:spPr>
        <a:xfrm>
          <a:off x="863902" y="901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User</a:t>
          </a:r>
        </a:p>
      </dsp:txBody>
      <dsp:txXfrm>
        <a:off x="886083" y="23082"/>
        <a:ext cx="1217849" cy="712964"/>
      </dsp:txXfrm>
    </dsp:sp>
    <dsp:sp modelId="{878C5BBD-C5BD-6F4A-89A7-DF6988E293FD}">
      <dsp:nvSpPr>
        <dsp:cNvPr id="0" name=""/>
        <dsp:cNvSpPr/>
      </dsp:nvSpPr>
      <dsp:spPr>
        <a:xfrm>
          <a:off x="2237188" y="223050"/>
          <a:ext cx="267588" cy="3130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100" kern="1200"/>
        </a:p>
      </dsp:txBody>
      <dsp:txXfrm>
        <a:off x="2237188" y="285656"/>
        <a:ext cx="187312" cy="187816"/>
      </dsp:txXfrm>
    </dsp:sp>
    <dsp:sp modelId="{D91052DD-FF52-7542-9C3D-D7BBA47246AA}">
      <dsp:nvSpPr>
        <dsp:cNvPr id="0" name=""/>
        <dsp:cNvSpPr/>
      </dsp:nvSpPr>
      <dsp:spPr>
        <a:xfrm>
          <a:off x="2630998" y="901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Policy reasoning</a:t>
          </a:r>
          <a:endParaRPr lang="en-US" sz="1400" kern="1200" dirty="0"/>
        </a:p>
      </dsp:txBody>
      <dsp:txXfrm>
        <a:off x="2653179" y="23082"/>
        <a:ext cx="1217849" cy="712964"/>
      </dsp:txXfrm>
    </dsp:sp>
    <dsp:sp modelId="{49FDC699-20C0-7146-9DD6-F8563972779D}">
      <dsp:nvSpPr>
        <dsp:cNvPr id="0" name=""/>
        <dsp:cNvSpPr/>
      </dsp:nvSpPr>
      <dsp:spPr>
        <a:xfrm rot="21598246">
          <a:off x="4004284" y="222603"/>
          <a:ext cx="267588" cy="3130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4004284" y="285229"/>
        <a:ext cx="187312" cy="187816"/>
      </dsp:txXfrm>
    </dsp:sp>
    <dsp:sp modelId="{3ED974A5-51F5-6E4F-B6E2-F843E80B6F6C}">
      <dsp:nvSpPr>
        <dsp:cNvPr id="0" name=""/>
        <dsp:cNvSpPr/>
      </dsp:nvSpPr>
      <dsp:spPr>
        <a:xfrm>
          <a:off x="4398094" y="0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Input validation</a:t>
          </a:r>
          <a:endParaRPr lang="en-US" sz="1400" kern="1200"/>
        </a:p>
      </dsp:txBody>
      <dsp:txXfrm>
        <a:off x="4420275" y="22181"/>
        <a:ext cx="1217849" cy="712964"/>
      </dsp:txXfrm>
    </dsp:sp>
    <dsp:sp modelId="{97629C19-DF3F-F74F-926F-9775FC7CFB7D}">
      <dsp:nvSpPr>
        <dsp:cNvPr id="0" name=""/>
        <dsp:cNvSpPr/>
      </dsp:nvSpPr>
      <dsp:spPr>
        <a:xfrm rot="1754">
          <a:off x="5771380" y="222596"/>
          <a:ext cx="267588" cy="3130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5771380" y="285182"/>
        <a:ext cx="187312" cy="187816"/>
      </dsp:txXfrm>
    </dsp:sp>
    <dsp:sp modelId="{2E0A06AD-E6BA-8143-936B-848F0B238402}">
      <dsp:nvSpPr>
        <dsp:cNvPr id="0" name=""/>
        <dsp:cNvSpPr/>
      </dsp:nvSpPr>
      <dsp:spPr>
        <a:xfrm>
          <a:off x="6165190" y="901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Document extraction</a:t>
          </a:r>
          <a:endParaRPr lang="en-US" sz="1400" kern="1200"/>
        </a:p>
      </dsp:txBody>
      <dsp:txXfrm>
        <a:off x="6187371" y="23082"/>
        <a:ext cx="1217849" cy="712964"/>
      </dsp:txXfrm>
    </dsp:sp>
    <dsp:sp modelId="{70FD5DCA-C2F4-0043-BE5A-AAD11A708F1D}">
      <dsp:nvSpPr>
        <dsp:cNvPr id="0" name=""/>
        <dsp:cNvSpPr/>
      </dsp:nvSpPr>
      <dsp:spPr>
        <a:xfrm>
          <a:off x="7538476" y="223050"/>
          <a:ext cx="267588" cy="3130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7538476" y="285656"/>
        <a:ext cx="187312" cy="187816"/>
      </dsp:txXfrm>
    </dsp:sp>
    <dsp:sp modelId="{25767EAB-096B-4341-A5BC-B8E11067098F}">
      <dsp:nvSpPr>
        <dsp:cNvPr id="0" name=""/>
        <dsp:cNvSpPr/>
      </dsp:nvSpPr>
      <dsp:spPr>
        <a:xfrm>
          <a:off x="7932286" y="901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Cross-verification</a:t>
          </a:r>
          <a:endParaRPr lang="en-US" sz="1400" kern="1200"/>
        </a:p>
      </dsp:txBody>
      <dsp:txXfrm>
        <a:off x="7954467" y="23082"/>
        <a:ext cx="1217849" cy="712964"/>
      </dsp:txXfrm>
    </dsp:sp>
    <dsp:sp modelId="{04BB8CB3-AD43-7F4F-8D68-833781DF4E8E}">
      <dsp:nvSpPr>
        <dsp:cNvPr id="0" name=""/>
        <dsp:cNvSpPr/>
      </dsp:nvSpPr>
      <dsp:spPr>
        <a:xfrm rot="5400000">
          <a:off x="8429597" y="846583"/>
          <a:ext cx="267588" cy="3130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8469483" y="869303"/>
        <a:ext cx="187816" cy="187312"/>
      </dsp:txXfrm>
    </dsp:sp>
    <dsp:sp modelId="{FC2D2309-385A-3740-BF3E-CF9506E0CF35}">
      <dsp:nvSpPr>
        <dsp:cNvPr id="0" name=""/>
        <dsp:cNvSpPr/>
      </dsp:nvSpPr>
      <dsp:spPr>
        <a:xfrm>
          <a:off x="7932286" y="1263112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Eligibility computation</a:t>
          </a:r>
          <a:endParaRPr lang="en-US" sz="1400" kern="1200"/>
        </a:p>
      </dsp:txBody>
      <dsp:txXfrm>
        <a:off x="7954467" y="1285293"/>
        <a:ext cx="1217849" cy="712964"/>
      </dsp:txXfrm>
    </dsp:sp>
    <dsp:sp modelId="{865D3BDC-86AD-064F-A720-6EA579B13284}">
      <dsp:nvSpPr>
        <dsp:cNvPr id="0" name=""/>
        <dsp:cNvSpPr/>
      </dsp:nvSpPr>
      <dsp:spPr>
        <a:xfrm rot="10800000">
          <a:off x="7553622" y="1485261"/>
          <a:ext cx="267588" cy="3130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10800000">
        <a:off x="7633898" y="1547867"/>
        <a:ext cx="187312" cy="187816"/>
      </dsp:txXfrm>
    </dsp:sp>
    <dsp:sp modelId="{4E0F5EB4-D407-4547-8089-5FB7E98061FE}">
      <dsp:nvSpPr>
        <dsp:cNvPr id="0" name=""/>
        <dsp:cNvSpPr/>
      </dsp:nvSpPr>
      <dsp:spPr>
        <a:xfrm>
          <a:off x="6165190" y="1263112"/>
          <a:ext cx="1262211" cy="7573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Explainable outcome generation</a:t>
          </a:r>
          <a:endParaRPr lang="en-US" sz="1400" kern="1200" dirty="0"/>
        </a:p>
      </dsp:txBody>
      <dsp:txXfrm>
        <a:off x="6187371" y="1285293"/>
        <a:ext cx="1217849" cy="712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9D00C4-1012-9C4A-89D6-E3527E410ECD}">
      <dsp:nvSpPr>
        <dsp:cNvPr id="0" name=""/>
        <dsp:cNvSpPr/>
      </dsp:nvSpPr>
      <dsp:spPr>
        <a:xfrm>
          <a:off x="0" y="29571"/>
          <a:ext cx="996696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Policy interpretation scattered across documents / SMEs → slow change rollout</a:t>
          </a:r>
          <a:endParaRPr lang="en-GB" sz="2000" kern="1200" dirty="0"/>
        </a:p>
      </dsp:txBody>
      <dsp:txXfrm>
        <a:off x="25130" y="54701"/>
        <a:ext cx="9916700" cy="464540"/>
      </dsp:txXfrm>
    </dsp:sp>
    <dsp:sp modelId="{4403A98E-5215-E74C-B7F1-048C87C3D4DB}">
      <dsp:nvSpPr>
        <dsp:cNvPr id="0" name=""/>
        <dsp:cNvSpPr/>
      </dsp:nvSpPr>
      <dsp:spPr>
        <a:xfrm>
          <a:off x="0" y="601971"/>
          <a:ext cx="996696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High drop-offs during KYC/document steps and repeated rework</a:t>
          </a:r>
          <a:endParaRPr lang="en-US" sz="2000" kern="1200" dirty="0"/>
        </a:p>
      </dsp:txBody>
      <dsp:txXfrm>
        <a:off x="25130" y="627101"/>
        <a:ext cx="9916700" cy="464540"/>
      </dsp:txXfrm>
    </dsp:sp>
    <dsp:sp modelId="{15AC1649-CAAC-8944-B209-70D1B7F6746D}">
      <dsp:nvSpPr>
        <dsp:cNvPr id="0" name=""/>
        <dsp:cNvSpPr/>
      </dsp:nvSpPr>
      <dsp:spPr>
        <a:xfrm>
          <a:off x="0" y="1174371"/>
          <a:ext cx="996696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Fraud/quality issues because validation is reactive not proactive</a:t>
          </a:r>
          <a:endParaRPr lang="en-GB" sz="2000" kern="1200" dirty="0"/>
        </a:p>
      </dsp:txBody>
      <dsp:txXfrm>
        <a:off x="25130" y="1199501"/>
        <a:ext cx="9916700" cy="464540"/>
      </dsp:txXfrm>
    </dsp:sp>
    <dsp:sp modelId="{F432B57E-D012-B848-924F-D41BB0647F60}">
      <dsp:nvSpPr>
        <dsp:cNvPr id="0" name=""/>
        <dsp:cNvSpPr/>
      </dsp:nvSpPr>
      <dsp:spPr>
        <a:xfrm>
          <a:off x="0" y="1746771"/>
          <a:ext cx="996696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Fragmented policy and eligibility checks</a:t>
          </a:r>
          <a:endParaRPr lang="en-US" sz="2000" kern="1200" dirty="0"/>
        </a:p>
      </dsp:txBody>
      <dsp:txXfrm>
        <a:off x="25130" y="1771901"/>
        <a:ext cx="9916700" cy="464540"/>
      </dsp:txXfrm>
    </dsp:sp>
    <dsp:sp modelId="{3A493646-A156-1648-9F23-328DCC259459}">
      <dsp:nvSpPr>
        <dsp:cNvPr id="0" name=""/>
        <dsp:cNvSpPr/>
      </dsp:nvSpPr>
      <dsp:spPr>
        <a:xfrm>
          <a:off x="0" y="2319171"/>
          <a:ext cx="996696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Manual reviews for exceptions → inconsistent decisions</a:t>
          </a:r>
          <a:endParaRPr lang="en-US" sz="2000" kern="1200" dirty="0"/>
        </a:p>
      </dsp:txBody>
      <dsp:txXfrm>
        <a:off x="25130" y="2344301"/>
        <a:ext cx="9916700" cy="464540"/>
      </dsp:txXfrm>
    </dsp:sp>
    <dsp:sp modelId="{D1236122-7545-194E-8C10-A8E8811700C9}">
      <dsp:nvSpPr>
        <dsp:cNvPr id="0" name=""/>
        <dsp:cNvSpPr/>
      </dsp:nvSpPr>
      <dsp:spPr>
        <a:xfrm>
          <a:off x="0" y="2891571"/>
          <a:ext cx="9966960" cy="5148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Lack of intelligent pre-underwriting guidance</a:t>
          </a:r>
          <a:endParaRPr lang="en-US" sz="2000" kern="1200" dirty="0"/>
        </a:p>
      </dsp:txBody>
      <dsp:txXfrm>
        <a:off x="25130" y="2916701"/>
        <a:ext cx="9916700" cy="4645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997CDE-D2EB-4C30-9340-02786BB03BD7}">
      <dsp:nvSpPr>
        <dsp:cNvPr id="0" name=""/>
        <dsp:cNvSpPr/>
      </dsp:nvSpPr>
      <dsp:spPr>
        <a:xfrm>
          <a:off x="729766" y="682103"/>
          <a:ext cx="776671" cy="776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6385B-C998-4C6E-87DA-102CCBBC18ED}">
      <dsp:nvSpPr>
        <dsp:cNvPr id="0" name=""/>
        <dsp:cNvSpPr/>
      </dsp:nvSpPr>
      <dsp:spPr>
        <a:xfrm>
          <a:off x="8571" y="1552415"/>
          <a:ext cx="2219062" cy="436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/>
            <a:t>Policy Intelligence Agent</a:t>
          </a:r>
          <a:endParaRPr lang="en-US" sz="1400" kern="1200"/>
        </a:p>
      </dsp:txBody>
      <dsp:txXfrm>
        <a:off x="8571" y="1552415"/>
        <a:ext cx="2219062" cy="436877"/>
      </dsp:txXfrm>
    </dsp:sp>
    <dsp:sp modelId="{5B6457BD-599C-4F6E-A3B1-A52EA9C88955}">
      <dsp:nvSpPr>
        <dsp:cNvPr id="0" name=""/>
        <dsp:cNvSpPr/>
      </dsp:nvSpPr>
      <dsp:spPr>
        <a:xfrm>
          <a:off x="8571" y="2032847"/>
          <a:ext cx="2219062" cy="826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Retrieval-Augmented Generation (RAG)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Citation-enforced responses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KB freshness controls</a:t>
          </a:r>
          <a:endParaRPr lang="en-US" sz="1100" kern="1200"/>
        </a:p>
      </dsp:txBody>
      <dsp:txXfrm>
        <a:off x="8571" y="2032847"/>
        <a:ext cx="2219062" cy="826936"/>
      </dsp:txXfrm>
    </dsp:sp>
    <dsp:sp modelId="{CDBCB4D3-3F47-498B-886C-7C20557A867C}">
      <dsp:nvSpPr>
        <dsp:cNvPr id="0" name=""/>
        <dsp:cNvSpPr/>
      </dsp:nvSpPr>
      <dsp:spPr>
        <a:xfrm>
          <a:off x="3337164" y="682103"/>
          <a:ext cx="776671" cy="776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ADC389-10F6-45C1-8FEB-3A6F6252452F}">
      <dsp:nvSpPr>
        <dsp:cNvPr id="0" name=""/>
        <dsp:cNvSpPr/>
      </dsp:nvSpPr>
      <dsp:spPr>
        <a:xfrm>
          <a:off x="2615969" y="1552415"/>
          <a:ext cx="2219062" cy="436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/>
            <a:t>Document Intelligence Agent</a:t>
          </a:r>
          <a:endParaRPr lang="en-US" sz="1400" kern="1200"/>
        </a:p>
      </dsp:txBody>
      <dsp:txXfrm>
        <a:off x="2615969" y="1552415"/>
        <a:ext cx="2219062" cy="436877"/>
      </dsp:txXfrm>
    </dsp:sp>
    <dsp:sp modelId="{FDB1A8BB-719E-44F6-9C8E-3813A56B23C5}">
      <dsp:nvSpPr>
        <dsp:cNvPr id="0" name=""/>
        <dsp:cNvSpPr/>
      </dsp:nvSpPr>
      <dsp:spPr>
        <a:xfrm>
          <a:off x="2615969" y="2032847"/>
          <a:ext cx="2219062" cy="826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Layout-aware OCR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Structured field extraction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Confidence scoring</a:t>
          </a:r>
          <a:endParaRPr lang="en-US" sz="1100" kern="1200"/>
        </a:p>
      </dsp:txBody>
      <dsp:txXfrm>
        <a:off x="2615969" y="2032847"/>
        <a:ext cx="2219062" cy="826936"/>
      </dsp:txXfrm>
    </dsp:sp>
    <dsp:sp modelId="{79E078FC-C538-4605-B989-45DD50E0CBB3}">
      <dsp:nvSpPr>
        <dsp:cNvPr id="0" name=""/>
        <dsp:cNvSpPr/>
      </dsp:nvSpPr>
      <dsp:spPr>
        <a:xfrm>
          <a:off x="5944563" y="682103"/>
          <a:ext cx="776671" cy="776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0FDBF9-6335-4448-8A0E-76CE70B60553}">
      <dsp:nvSpPr>
        <dsp:cNvPr id="0" name=""/>
        <dsp:cNvSpPr/>
      </dsp:nvSpPr>
      <dsp:spPr>
        <a:xfrm>
          <a:off x="5223367" y="1552415"/>
          <a:ext cx="2219062" cy="436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/>
            <a:t>Validation Agent</a:t>
          </a:r>
          <a:endParaRPr lang="en-US" sz="1400" kern="1200"/>
        </a:p>
      </dsp:txBody>
      <dsp:txXfrm>
        <a:off x="5223367" y="1552415"/>
        <a:ext cx="2219062" cy="436877"/>
      </dsp:txXfrm>
    </dsp:sp>
    <dsp:sp modelId="{7B5530CD-FEF8-4747-BDF2-3604FF08C5F7}">
      <dsp:nvSpPr>
        <dsp:cNvPr id="0" name=""/>
        <dsp:cNvSpPr/>
      </dsp:nvSpPr>
      <dsp:spPr>
        <a:xfrm>
          <a:off x="5223367" y="2032847"/>
          <a:ext cx="2219062" cy="826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Fuzzy matching logic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Threshold-based mismatch handling</a:t>
          </a:r>
          <a:endParaRPr lang="en-US" sz="1100" kern="1200"/>
        </a:p>
      </dsp:txBody>
      <dsp:txXfrm>
        <a:off x="5223367" y="2032847"/>
        <a:ext cx="2219062" cy="826936"/>
      </dsp:txXfrm>
    </dsp:sp>
    <dsp:sp modelId="{7B1DF21C-5A0C-4B78-92E9-0E172D8EEE19}">
      <dsp:nvSpPr>
        <dsp:cNvPr id="0" name=""/>
        <dsp:cNvSpPr/>
      </dsp:nvSpPr>
      <dsp:spPr>
        <a:xfrm>
          <a:off x="8551961" y="682103"/>
          <a:ext cx="776671" cy="776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solidFill>
            <a:schemeClr val="lt2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413521-B8F7-4257-B7AD-D22D22361B16}">
      <dsp:nvSpPr>
        <dsp:cNvPr id="0" name=""/>
        <dsp:cNvSpPr/>
      </dsp:nvSpPr>
      <dsp:spPr>
        <a:xfrm>
          <a:off x="7830766" y="1552415"/>
          <a:ext cx="2219062" cy="4368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b="1" kern="1200"/>
            <a:t>Eligibility Engine</a:t>
          </a:r>
          <a:endParaRPr lang="en-US" sz="1400" kern="1200"/>
        </a:p>
      </dsp:txBody>
      <dsp:txXfrm>
        <a:off x="7830766" y="1552415"/>
        <a:ext cx="2219062" cy="436877"/>
      </dsp:txXfrm>
    </dsp:sp>
    <dsp:sp modelId="{3D5C2CA3-06E9-477D-894F-CD33F98B6158}">
      <dsp:nvSpPr>
        <dsp:cNvPr id="0" name=""/>
        <dsp:cNvSpPr/>
      </dsp:nvSpPr>
      <dsp:spPr>
        <a:xfrm>
          <a:off x="7830766" y="2032847"/>
          <a:ext cx="2219062" cy="8269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Configurable rule engine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Conditional approval pathways</a:t>
          </a:r>
          <a:endParaRPr lang="en-US" sz="1100" kern="120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Alternative product recommendation</a:t>
          </a:r>
          <a:endParaRPr lang="en-US" sz="1100" kern="1200"/>
        </a:p>
      </dsp:txBody>
      <dsp:txXfrm>
        <a:off x="7830766" y="2032847"/>
        <a:ext cx="2219062" cy="8269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A3CA05-059F-4749-90A9-2CB47C8F439D}">
      <dsp:nvSpPr>
        <dsp:cNvPr id="0" name=""/>
        <dsp:cNvSpPr/>
      </dsp:nvSpPr>
      <dsp:spPr>
        <a:xfrm>
          <a:off x="711614" y="375799"/>
          <a:ext cx="881864" cy="8818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D17A5-9E3A-4702-A514-CDE4644DF266}">
      <dsp:nvSpPr>
        <dsp:cNvPr id="0" name=""/>
        <dsp:cNvSpPr/>
      </dsp:nvSpPr>
      <dsp:spPr>
        <a:xfrm>
          <a:off x="172696" y="1560750"/>
          <a:ext cx="19596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20–40% reduction in manual validation workload</a:t>
          </a:r>
          <a:endParaRPr lang="en-US" sz="1700" kern="1200" dirty="0"/>
        </a:p>
      </dsp:txBody>
      <dsp:txXfrm>
        <a:off x="172696" y="1560750"/>
        <a:ext cx="1959699" cy="720000"/>
      </dsp:txXfrm>
    </dsp:sp>
    <dsp:sp modelId="{00D9B1EC-3E70-4321-B0EA-E921658FF825}">
      <dsp:nvSpPr>
        <dsp:cNvPr id="0" name=""/>
        <dsp:cNvSpPr/>
      </dsp:nvSpPr>
      <dsp:spPr>
        <a:xfrm>
          <a:off x="3014261" y="375799"/>
          <a:ext cx="881864" cy="8818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4D671F-D07B-4844-B863-81961A1386EC}">
      <dsp:nvSpPr>
        <dsp:cNvPr id="0" name=""/>
        <dsp:cNvSpPr/>
      </dsp:nvSpPr>
      <dsp:spPr>
        <a:xfrm>
          <a:off x="2475343" y="1560750"/>
          <a:ext cx="19596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Faster onboarding cycles (15–30% improvement)</a:t>
          </a:r>
          <a:endParaRPr lang="en-US" sz="1700" kern="1200"/>
        </a:p>
      </dsp:txBody>
      <dsp:txXfrm>
        <a:off x="2475343" y="1560750"/>
        <a:ext cx="1959699" cy="720000"/>
      </dsp:txXfrm>
    </dsp:sp>
    <dsp:sp modelId="{0BBEAA12-7F12-4181-9B39-519248A3C29C}">
      <dsp:nvSpPr>
        <dsp:cNvPr id="0" name=""/>
        <dsp:cNvSpPr/>
      </dsp:nvSpPr>
      <dsp:spPr>
        <a:xfrm>
          <a:off x="5316908" y="375799"/>
          <a:ext cx="881864" cy="8818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2F3940-BED0-4BEE-A2A6-5FF767DB3A62}">
      <dsp:nvSpPr>
        <dsp:cNvPr id="0" name=""/>
        <dsp:cNvSpPr/>
      </dsp:nvSpPr>
      <dsp:spPr>
        <a:xfrm>
          <a:off x="4777990" y="1560750"/>
          <a:ext cx="19596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Reduced rework &amp; drop-offs</a:t>
          </a:r>
          <a:endParaRPr lang="en-US" sz="1700" kern="1200" dirty="0"/>
        </a:p>
      </dsp:txBody>
      <dsp:txXfrm>
        <a:off x="4777990" y="1560750"/>
        <a:ext cx="1959699" cy="720000"/>
      </dsp:txXfrm>
    </dsp:sp>
    <dsp:sp modelId="{CD80C6A4-F919-4E37-BD07-025C14D7BA5A}">
      <dsp:nvSpPr>
        <dsp:cNvPr id="0" name=""/>
        <dsp:cNvSpPr/>
      </dsp:nvSpPr>
      <dsp:spPr>
        <a:xfrm>
          <a:off x="1862937" y="2770674"/>
          <a:ext cx="881864" cy="8818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F79856-D9A5-4BA9-B663-D285DAC71AB7}">
      <dsp:nvSpPr>
        <dsp:cNvPr id="0" name=""/>
        <dsp:cNvSpPr/>
      </dsp:nvSpPr>
      <dsp:spPr>
        <a:xfrm>
          <a:off x="1324020" y="3955625"/>
          <a:ext cx="19596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Consistent, auditable decision outputs</a:t>
          </a:r>
          <a:endParaRPr lang="en-US" sz="1700" kern="1200"/>
        </a:p>
      </dsp:txBody>
      <dsp:txXfrm>
        <a:off x="1324020" y="3955625"/>
        <a:ext cx="1959699" cy="720000"/>
      </dsp:txXfrm>
    </dsp:sp>
    <dsp:sp modelId="{088DC0E3-E20C-419E-B6D9-C9D4828C035F}">
      <dsp:nvSpPr>
        <dsp:cNvPr id="0" name=""/>
        <dsp:cNvSpPr/>
      </dsp:nvSpPr>
      <dsp:spPr>
        <a:xfrm>
          <a:off x="4165584" y="2770674"/>
          <a:ext cx="881864" cy="88186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5668B-0A65-4459-83CA-5D0C5227924A}">
      <dsp:nvSpPr>
        <dsp:cNvPr id="0" name=""/>
        <dsp:cNvSpPr/>
      </dsp:nvSpPr>
      <dsp:spPr>
        <a:xfrm>
          <a:off x="3626667" y="3955625"/>
          <a:ext cx="195969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Scalable across geographies &amp; portfolios</a:t>
          </a:r>
          <a:endParaRPr lang="en-US" sz="1700" kern="1200"/>
        </a:p>
      </dsp:txBody>
      <dsp:txXfrm>
        <a:off x="3626667" y="3955625"/>
        <a:ext cx="195969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D3699C-0698-4694-A690-90BF5478D2C4}">
      <dsp:nvSpPr>
        <dsp:cNvPr id="0" name=""/>
        <dsp:cNvSpPr/>
      </dsp:nvSpPr>
      <dsp:spPr>
        <a:xfrm>
          <a:off x="300640" y="504052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57D204-8B8E-45AF-AC19-4312BD6D7AB2}">
      <dsp:nvSpPr>
        <dsp:cNvPr id="0" name=""/>
        <dsp:cNvSpPr/>
      </dsp:nvSpPr>
      <dsp:spPr>
        <a:xfrm>
          <a:off x="498992" y="702403"/>
          <a:ext cx="534023" cy="5340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44DF0-D747-4DC8-8317-9C11E2DFEB26}">
      <dsp:nvSpPr>
        <dsp:cNvPr id="0" name=""/>
        <dsp:cNvSpPr/>
      </dsp:nvSpPr>
      <dsp:spPr>
        <a:xfrm>
          <a:off x="3113" y="1724677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Model abstraction layer (LLM-agnostic design)</a:t>
          </a:r>
          <a:endParaRPr lang="en-US" sz="1100" kern="1200"/>
        </a:p>
      </dsp:txBody>
      <dsp:txXfrm>
        <a:off x="3113" y="1724677"/>
        <a:ext cx="1525781" cy="610312"/>
      </dsp:txXfrm>
    </dsp:sp>
    <dsp:sp modelId="{53EC5413-BE13-4A41-8232-B702D302B306}">
      <dsp:nvSpPr>
        <dsp:cNvPr id="0" name=""/>
        <dsp:cNvSpPr/>
      </dsp:nvSpPr>
      <dsp:spPr>
        <a:xfrm>
          <a:off x="2093433" y="504052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F1D13E-46F0-4148-938F-827CDFFA92E8}">
      <dsp:nvSpPr>
        <dsp:cNvPr id="0" name=""/>
        <dsp:cNvSpPr/>
      </dsp:nvSpPr>
      <dsp:spPr>
        <a:xfrm>
          <a:off x="2291785" y="702403"/>
          <a:ext cx="534023" cy="5340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6887D-D8E7-4C25-817D-8A3434C398F5}">
      <dsp:nvSpPr>
        <dsp:cNvPr id="0" name=""/>
        <dsp:cNvSpPr/>
      </dsp:nvSpPr>
      <dsp:spPr>
        <a:xfrm>
          <a:off x="1795906" y="1724677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Cost-aware routing (tiered model strategy)</a:t>
          </a:r>
          <a:endParaRPr lang="en-US" sz="1100" kern="1200"/>
        </a:p>
      </dsp:txBody>
      <dsp:txXfrm>
        <a:off x="1795906" y="1724677"/>
        <a:ext cx="1525781" cy="610312"/>
      </dsp:txXfrm>
    </dsp:sp>
    <dsp:sp modelId="{7FE448C8-63E4-4C46-9760-8B7681A0074B}">
      <dsp:nvSpPr>
        <dsp:cNvPr id="0" name=""/>
        <dsp:cNvSpPr/>
      </dsp:nvSpPr>
      <dsp:spPr>
        <a:xfrm>
          <a:off x="3886226" y="504052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DC5E23-B05D-4F62-915B-5170EEADCBFE}">
      <dsp:nvSpPr>
        <dsp:cNvPr id="0" name=""/>
        <dsp:cNvSpPr/>
      </dsp:nvSpPr>
      <dsp:spPr>
        <a:xfrm>
          <a:off x="4084578" y="702403"/>
          <a:ext cx="534023" cy="5340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65F13-5CF6-4357-8EDE-D8DAE3B6D6C3}">
      <dsp:nvSpPr>
        <dsp:cNvPr id="0" name=""/>
        <dsp:cNvSpPr/>
      </dsp:nvSpPr>
      <dsp:spPr>
        <a:xfrm>
          <a:off x="3588699" y="1724677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Prompt version governance</a:t>
          </a:r>
          <a:endParaRPr lang="en-US" sz="1100" kern="1200"/>
        </a:p>
      </dsp:txBody>
      <dsp:txXfrm>
        <a:off x="3588699" y="1724677"/>
        <a:ext cx="1525781" cy="610312"/>
      </dsp:txXfrm>
    </dsp:sp>
    <dsp:sp modelId="{A47F640A-8E02-4F3F-9FDC-D27A7B7A395E}">
      <dsp:nvSpPr>
        <dsp:cNvPr id="0" name=""/>
        <dsp:cNvSpPr/>
      </dsp:nvSpPr>
      <dsp:spPr>
        <a:xfrm>
          <a:off x="5679019" y="504052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A73141-88C9-49E2-BAFA-1D15AAE46672}">
      <dsp:nvSpPr>
        <dsp:cNvPr id="0" name=""/>
        <dsp:cNvSpPr/>
      </dsp:nvSpPr>
      <dsp:spPr>
        <a:xfrm>
          <a:off x="5877371" y="702403"/>
          <a:ext cx="534023" cy="5340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51724C-9375-40C0-B2D1-A89CDCF450F2}">
      <dsp:nvSpPr>
        <dsp:cNvPr id="0" name=""/>
        <dsp:cNvSpPr/>
      </dsp:nvSpPr>
      <dsp:spPr>
        <a:xfrm>
          <a:off x="5381492" y="1724677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Audit logging &amp; traceability</a:t>
          </a:r>
          <a:endParaRPr lang="en-US" sz="1100" kern="1200"/>
        </a:p>
      </dsp:txBody>
      <dsp:txXfrm>
        <a:off x="5381492" y="1724677"/>
        <a:ext cx="1525781" cy="610312"/>
      </dsp:txXfrm>
    </dsp:sp>
    <dsp:sp modelId="{4272FE1F-0276-4E8F-9BE6-E3E8F19F3D94}">
      <dsp:nvSpPr>
        <dsp:cNvPr id="0" name=""/>
        <dsp:cNvSpPr/>
      </dsp:nvSpPr>
      <dsp:spPr>
        <a:xfrm>
          <a:off x="1197037" y="2716435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9AAEC3-83BB-42D7-86E1-E463610683EE}">
      <dsp:nvSpPr>
        <dsp:cNvPr id="0" name=""/>
        <dsp:cNvSpPr/>
      </dsp:nvSpPr>
      <dsp:spPr>
        <a:xfrm>
          <a:off x="1395388" y="2914786"/>
          <a:ext cx="534023" cy="53402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1B6D3-3EB3-43C8-BDA8-15F99CD62A23}">
      <dsp:nvSpPr>
        <dsp:cNvPr id="0" name=""/>
        <dsp:cNvSpPr/>
      </dsp:nvSpPr>
      <dsp:spPr>
        <a:xfrm>
          <a:off x="899509" y="3937060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Human-in-loop escalation triggers</a:t>
          </a:r>
          <a:endParaRPr lang="en-US" sz="1100" kern="1200"/>
        </a:p>
      </dsp:txBody>
      <dsp:txXfrm>
        <a:off x="899509" y="3937060"/>
        <a:ext cx="1525781" cy="610312"/>
      </dsp:txXfrm>
    </dsp:sp>
    <dsp:sp modelId="{5F5157A5-A9CD-47C1-9415-E2CD7BFB7A92}">
      <dsp:nvSpPr>
        <dsp:cNvPr id="0" name=""/>
        <dsp:cNvSpPr/>
      </dsp:nvSpPr>
      <dsp:spPr>
        <a:xfrm>
          <a:off x="2989830" y="2716435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3C3C6D-F45C-4E95-98F2-6184911CDA66}">
      <dsp:nvSpPr>
        <dsp:cNvPr id="0" name=""/>
        <dsp:cNvSpPr/>
      </dsp:nvSpPr>
      <dsp:spPr>
        <a:xfrm>
          <a:off x="3188181" y="2914786"/>
          <a:ext cx="534023" cy="53402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4EBE0-3818-4429-A5A8-007812F0C51D}">
      <dsp:nvSpPr>
        <dsp:cNvPr id="0" name=""/>
        <dsp:cNvSpPr/>
      </dsp:nvSpPr>
      <dsp:spPr>
        <a:xfrm>
          <a:off x="2692302" y="3937060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Multi-region rule configuration</a:t>
          </a:r>
          <a:endParaRPr lang="en-US" sz="1100" kern="1200"/>
        </a:p>
      </dsp:txBody>
      <dsp:txXfrm>
        <a:off x="2692302" y="3937060"/>
        <a:ext cx="1525781" cy="610312"/>
      </dsp:txXfrm>
    </dsp:sp>
    <dsp:sp modelId="{BC1B50BC-3F27-4A80-A7FB-F1C849D7B613}">
      <dsp:nvSpPr>
        <dsp:cNvPr id="0" name=""/>
        <dsp:cNvSpPr/>
      </dsp:nvSpPr>
      <dsp:spPr>
        <a:xfrm>
          <a:off x="4782623" y="2716435"/>
          <a:ext cx="930726" cy="93072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D8A806-8B4F-44BB-9F30-8E8A5B613A22}">
      <dsp:nvSpPr>
        <dsp:cNvPr id="0" name=""/>
        <dsp:cNvSpPr/>
      </dsp:nvSpPr>
      <dsp:spPr>
        <a:xfrm>
          <a:off x="4980974" y="2914786"/>
          <a:ext cx="534023" cy="534023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9B977-81ED-485B-8847-C7FDCC98356D}">
      <dsp:nvSpPr>
        <dsp:cNvPr id="0" name=""/>
        <dsp:cNvSpPr/>
      </dsp:nvSpPr>
      <dsp:spPr>
        <a:xfrm>
          <a:off x="4485095" y="3937060"/>
          <a:ext cx="1525781" cy="6103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Latency &amp; caching strategy</a:t>
          </a:r>
          <a:endParaRPr lang="en-US" sz="1100" kern="1200"/>
        </a:p>
      </dsp:txBody>
      <dsp:txXfrm>
        <a:off x="4485095" y="3937060"/>
        <a:ext cx="1525781" cy="6103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492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30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1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888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873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353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572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188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551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24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356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1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14C34-F582-4EEF-86CE-F88761E5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4FDFFB-114F-032F-2E7F-C22524BCFB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58"/>
          <a:stretch>
            <a:fillRect/>
          </a:stretch>
        </p:blipFill>
        <p:spPr>
          <a:xfrm>
            <a:off x="-1" y="259882"/>
            <a:ext cx="12191999" cy="711788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25816-BDC3-B243-ED65-C6E473F6CA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3331444"/>
            <a:ext cx="6470692" cy="1229306"/>
          </a:xfrm>
        </p:spPr>
        <p:txBody>
          <a:bodyPr>
            <a:normAutofit/>
          </a:bodyPr>
          <a:lstStyle/>
          <a:p>
            <a:r>
              <a:rPr lang="en-IN" sz="2600" b="1" dirty="0">
                <a:solidFill>
                  <a:schemeClr val="tx1"/>
                </a:solidFill>
              </a:rPr>
              <a:t>GenAI Decision Intelligence Accelerator for Unsecured Lending</a:t>
            </a:r>
            <a:br>
              <a:rPr lang="en-IN" sz="2600" b="1" dirty="0">
                <a:solidFill>
                  <a:schemeClr val="tx1"/>
                </a:solidFill>
              </a:rPr>
            </a:br>
            <a:endParaRPr lang="en-US" sz="26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C1A02-30BD-64C5-83A8-7BF6C24E5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735799"/>
            <a:ext cx="6470693" cy="6052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500" dirty="0"/>
              <a:t>Redefining Decision Intelligence in Digital Banking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641183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!!footer rectangle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4FE301B-21F9-4FB1-46BD-A5DD5A404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5822" y="529151"/>
            <a:ext cx="1041400" cy="279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A4EAF1-CFCA-3082-4347-243AA0393889}"/>
              </a:ext>
            </a:extLst>
          </p:cNvPr>
          <p:cNvSpPr txBox="1"/>
          <p:nvPr/>
        </p:nvSpPr>
        <p:spPr>
          <a:xfrm>
            <a:off x="9038122" y="5688531"/>
            <a:ext cx="295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0B2F3A-87C7-2FB1-2175-0264BDBBE843}"/>
              </a:ext>
            </a:extLst>
          </p:cNvPr>
          <p:cNvSpPr txBox="1"/>
          <p:nvPr/>
        </p:nvSpPr>
        <p:spPr>
          <a:xfrm>
            <a:off x="7988968" y="6471551"/>
            <a:ext cx="4203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/>
              <a:t>Presented at CIO Initiative - HSBC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955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13943-62AF-D5F3-BCC1-F020B0BFA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dirty="0"/>
              <a:t>Unsecured Lending : </a:t>
            </a:r>
            <a:br>
              <a:rPr lang="en-IN" dirty="0"/>
            </a:br>
            <a:r>
              <a:rPr lang="en-IN" dirty="0"/>
              <a:t>A Decision-Oriented System</a:t>
            </a:r>
            <a:endParaRPr lang="en-US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5534697-DF05-48EB-9A0E-7BC1A64CB8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236635"/>
              </p:ext>
            </p:extLst>
          </p:nvPr>
        </p:nvGraphicFramePr>
        <p:xfrm>
          <a:off x="1097280" y="3889847"/>
          <a:ext cx="10058400" cy="20213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973BE25-B2B9-C700-F61B-D313DB5663B3}"/>
              </a:ext>
            </a:extLst>
          </p:cNvPr>
          <p:cNvSpPr txBox="1"/>
          <p:nvPr/>
        </p:nvSpPr>
        <p:spPr>
          <a:xfrm>
            <a:off x="1271752" y="2228193"/>
            <a:ext cx="8249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Digital lending is a sequence of policy, document, and eligibility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Each stage introduces validation friction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Intelligence is fragmented across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Decision orchestration is rule-heavy, not adaptive</a:t>
            </a:r>
          </a:p>
        </p:txBody>
      </p:sp>
    </p:spTree>
    <p:extLst>
      <p:ext uri="{BB962C8B-B14F-4D97-AF65-F5344CB8AC3E}">
        <p14:creationId xmlns:p14="http://schemas.microsoft.com/office/powerpoint/2010/main" val="40206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57DCA-D496-FD19-95E1-5E579816F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Business Problems in Digital Unsecured Lending Today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27" name="Content Placeholder 5">
            <a:extLst>
              <a:ext uri="{FF2B5EF4-FFF2-40B4-BE49-F238E27FC236}">
                <a16:creationId xmlns:a16="http://schemas.microsoft.com/office/drawing/2014/main" id="{B3F3188E-BC3A-5858-F51F-621A34BDED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1479508"/>
              </p:ext>
            </p:extLst>
          </p:nvPr>
        </p:nvGraphicFramePr>
        <p:xfrm>
          <a:off x="1097280" y="2108201"/>
          <a:ext cx="9966960" cy="3435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BFA3B8E-FFCF-EC8C-E3FE-585897CCF65E}"/>
              </a:ext>
            </a:extLst>
          </p:cNvPr>
          <p:cNvSpPr txBox="1"/>
          <p:nvPr/>
        </p:nvSpPr>
        <p:spPr>
          <a:xfrm>
            <a:off x="1193532" y="5871447"/>
            <a:ext cx="7142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Result</a:t>
            </a:r>
            <a:r>
              <a:rPr lang="en-IN" dirty="0"/>
              <a:t>: Quality variance, increased TAT, and delivery inefficiencies.</a:t>
            </a:r>
          </a:p>
        </p:txBody>
      </p:sp>
    </p:spTree>
    <p:extLst>
      <p:ext uri="{BB962C8B-B14F-4D97-AF65-F5344CB8AC3E}">
        <p14:creationId xmlns:p14="http://schemas.microsoft.com/office/powerpoint/2010/main" val="2432566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BE86-1FA6-2D72-23A2-9622BD5D2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/>
              <a:t>Proposed Solution – </a:t>
            </a:r>
            <a:br>
              <a:rPr lang="en-IN" b="1" dirty="0"/>
            </a:br>
            <a:r>
              <a:rPr lang="en-IN" b="1" dirty="0"/>
              <a:t>GenAI Decision Intelligence Layer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49140D3-173E-5534-403C-97A8BF48AF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1767724"/>
              </p:ext>
            </p:extLst>
          </p:nvPr>
        </p:nvGraphicFramePr>
        <p:xfrm>
          <a:off x="1096963" y="2098516"/>
          <a:ext cx="10058400" cy="3541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27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990BAFCD-EA0A-47F4-8B00-AAB1E67A9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diagram of a process&#10;&#10;Description automatically generated with medium confidence">
            <a:extLst>
              <a:ext uri="{FF2B5EF4-FFF2-40B4-BE49-F238E27FC236}">
                <a16:creationId xmlns:a16="http://schemas.microsoft.com/office/drawing/2014/main" id="{8BB74C48-0FEC-9FB5-88A9-C662C902D4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" r="-2" b="-2"/>
          <a:stretch>
            <a:fillRect/>
          </a:stretch>
        </p:blipFill>
        <p:spPr>
          <a:xfrm>
            <a:off x="633999" y="650046"/>
            <a:ext cx="10925102" cy="3605570"/>
          </a:xfrm>
          <a:prstGeom prst="rect">
            <a:avLst/>
          </a:prstGeom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2F9C61D6-37CC-4AD4-83C3-022D0887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551037"/>
            <a:ext cx="12192000" cy="2306963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A3E88-9919-0679-134C-6BC6B176C0C6}"/>
              </a:ext>
            </a:extLst>
          </p:cNvPr>
          <p:cNvSpPr txBox="1"/>
          <p:nvPr/>
        </p:nvSpPr>
        <p:spPr>
          <a:xfrm>
            <a:off x="632900" y="4905662"/>
            <a:ext cx="7330353" cy="15411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spc="-5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High-Level Architecture – Decision Intelligence Orchestration Layer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2669285E-35F6-4010-B084-229A80845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532847" y="5676251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882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EBD0D2-AA2A-4936-A509-D629383E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3B88BB-86C3-382E-1DC9-8DB8393E7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IN" sz="4300" dirty="0"/>
              <a:t>Strategic &amp; Operational Impact</a:t>
            </a:r>
            <a:endParaRPr lang="en-US" sz="43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6506110-E6E1-4309-83FA-C6B068FA3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B25772-9A1B-19F9-C867-9894B21D90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69060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4583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1F0BB-4F60-E4A9-299F-7C8C94376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ROI &amp; Financial Impact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F61CE-6A61-EBAD-B530-FFC9611A6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Cost Efficiency Impact</a:t>
            </a:r>
            <a:endParaRPr lang="en-US" b="1" dirty="0"/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15–25% reduction in operational cost per application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Lower QA bandwidth consumption through structured AI validation</a:t>
            </a:r>
          </a:p>
          <a:p>
            <a:pPr marL="0" indent="0">
              <a:buNone/>
            </a:pPr>
            <a:r>
              <a:rPr lang="en-IN" b="1" dirty="0"/>
              <a:t>Revenue &amp; Conversion Impact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5–10% improvement in onboarding completion rates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Faster “time-to-yes” leading to higher card activation and early revenue realization</a:t>
            </a:r>
          </a:p>
          <a:p>
            <a:pPr marL="0" indent="0">
              <a:buNone/>
            </a:pPr>
            <a:r>
              <a:rPr lang="en-IN" b="1" dirty="0"/>
              <a:t>Portfolio-Level Effect</a:t>
            </a:r>
          </a:p>
          <a:p>
            <a:pPr lvl="1">
              <a:buClr>
                <a:schemeClr val="accent1"/>
              </a:buClr>
              <a:buFont typeface="Wingdings" pitchFamily="2" charset="2"/>
              <a:buChar char="§"/>
            </a:pPr>
            <a:r>
              <a:rPr lang="en-IN" dirty="0"/>
              <a:t>Even marginal 5% efficiency improvement at scale materially impacts unsecured lending portfolio profitability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1A4E9-F422-E165-CBFA-318A0EE93764}"/>
              </a:ext>
            </a:extLst>
          </p:cNvPr>
          <p:cNvSpPr txBox="1"/>
          <p:nvPr/>
        </p:nvSpPr>
        <p:spPr>
          <a:xfrm>
            <a:off x="721895" y="6488668"/>
            <a:ext cx="89588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* Indicative industry benchmarks based on AI-led automation in banking operations.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9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A80BC3-534D-A6B0-44B6-2A9838303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lang="en-IN" dirty="0"/>
              <a:t>Extensibility Across Lending Products</a:t>
            </a:r>
            <a:endParaRPr lang="en-US" dirty="0"/>
          </a:p>
        </p:txBody>
      </p:sp>
      <p:pic>
        <p:nvPicPr>
          <p:cNvPr id="5" name="Picture 4" descr="A stack of bank cards">
            <a:extLst>
              <a:ext uri="{FF2B5EF4-FFF2-40B4-BE49-F238E27FC236}">
                <a16:creationId xmlns:a16="http://schemas.microsoft.com/office/drawing/2014/main" id="{0A380E08-C9BB-1B7A-1843-FD78949887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52" r="3203" b="2"/>
          <a:stretch>
            <a:fillRect/>
          </a:stretch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3CD5B-C816-67AB-0460-70FA1F79E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4" y="2108201"/>
            <a:ext cx="5983606" cy="376089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IN" dirty="0"/>
              <a:t>Primary Credit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Supplementary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Personal Loans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BNPL / Consumer Durable Loans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SME Working Capital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977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B9E1-EDB9-1BE2-0B0E-E517EBD43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POC Completed (HSBC Products) – </a:t>
            </a:r>
            <a:br>
              <a:rPr lang="en-IN" dirty="0"/>
            </a:br>
            <a:r>
              <a:rPr lang="en-IN" dirty="0"/>
              <a:t>Feasibility Validation Through Prototyping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CF05C-2746-28E7-7BC5-D615BDE7D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Built RAG-based policy assistant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Integrated document extraction workflow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Implemented cross-verification logic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Applied temperature discipline for compliance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Identified KB freshness &amp; governance risks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Tested confidence-based routing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92CE47-7D38-5701-931D-86EC76C4F374}"/>
              </a:ext>
            </a:extLst>
          </p:cNvPr>
          <p:cNvSpPr txBox="1"/>
          <p:nvPr/>
        </p:nvSpPr>
        <p:spPr>
          <a:xfrm>
            <a:off x="7531099" y="2108201"/>
            <a:ext cx="3624581" cy="29540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Tech Stack (Prototype)</a:t>
            </a:r>
            <a:endParaRPr lang="en-US" dirty="0"/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99000"/>
              <a:buFont typeface="Wingdings" pitchFamily="2" charset="2"/>
              <a:buChar char="§"/>
            </a:pPr>
            <a:r>
              <a:rPr lang="en-US" dirty="0"/>
              <a:t>Azure OpenAI Service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99000"/>
              <a:buFont typeface="Wingdings" pitchFamily="2" charset="2"/>
              <a:buChar char="§"/>
            </a:pPr>
            <a:r>
              <a:rPr lang="en-US" dirty="0"/>
              <a:t>Azure Document Intelligence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99000"/>
              <a:buFont typeface="Wingdings" pitchFamily="2" charset="2"/>
              <a:buChar char="§"/>
            </a:pPr>
            <a:r>
              <a:rPr lang="en-US" dirty="0"/>
              <a:t>Python based orchestration</a:t>
            </a:r>
          </a:p>
          <a:p>
            <a:pPr marL="285750" indent="-285750">
              <a:lnSpc>
                <a:spcPct val="150000"/>
              </a:lnSpc>
              <a:buClr>
                <a:schemeClr val="accent1"/>
              </a:buClr>
              <a:buSzPct val="99000"/>
              <a:buFont typeface="Wingdings" pitchFamily="2" charset="2"/>
              <a:buChar char="§"/>
            </a:pPr>
            <a:r>
              <a:rPr lang="en-US" dirty="0"/>
              <a:t>Secure knowledge base integration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322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FEBD0D2-AA2A-4936-A509-D629383EF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EB7F7-363E-0725-1D50-4A68BCBDE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IN" sz="4000"/>
              <a:t>Beyond POC — Enterprise Requirements</a:t>
            </a:r>
            <a:endParaRPr lang="en-US" sz="40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6506110-E6E1-4309-83FA-C6B068FA3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25D45BD9-C7A2-84C9-B907-3E8C71E94F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2956827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4918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highway near the ocean">
            <a:extLst>
              <a:ext uri="{FF2B5EF4-FFF2-40B4-BE49-F238E27FC236}">
                <a16:creationId xmlns:a16="http://schemas.microsoft.com/office/drawing/2014/main" id="{FEAF857D-796B-74EC-DFAB-7E79ED8D40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833" b="13167"/>
          <a:stretch>
            <a:fillRect/>
          </a:stretch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94BE868-D43F-4940-8CE9-93D953A11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992622" y="-341385"/>
            <a:ext cx="6858003" cy="7540754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5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F7535-08E4-004F-69B0-12661646C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3416" y="1475234"/>
            <a:ext cx="3214307" cy="290169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chemeClr val="bg1"/>
                </a:solidFill>
              </a:rPr>
              <a:t>Thank you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887227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Avenir Next LT Pro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venir Next LT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2025</TotalTime>
  <Words>425</Words>
  <Application>Microsoft Macintosh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Avenir Next LT Pro</vt:lpstr>
      <vt:lpstr>Avenir Next LT Pro Light</vt:lpstr>
      <vt:lpstr>Calibri</vt:lpstr>
      <vt:lpstr>Wingdings</vt:lpstr>
      <vt:lpstr>RetrospectVTI</vt:lpstr>
      <vt:lpstr>GenAI Decision Intelligence Accelerator for Unsecured Lending </vt:lpstr>
      <vt:lpstr>Unsecured Lending :  A Decision-Oriented System</vt:lpstr>
      <vt:lpstr>Business Problems in Digital Unsecured Lending Today</vt:lpstr>
      <vt:lpstr>Proposed Solution –  GenAI Decision Intelligence Layer</vt:lpstr>
      <vt:lpstr>PowerPoint Presentation</vt:lpstr>
      <vt:lpstr>Strategic &amp; Operational Impact</vt:lpstr>
      <vt:lpstr>ROI &amp; Financial Impact</vt:lpstr>
      <vt:lpstr>Extensibility Across Lending Products</vt:lpstr>
      <vt:lpstr>POC Completed (HSBC Products) –  Feasibility Validation Through Prototyping</vt:lpstr>
      <vt:lpstr>Beyond POC — Enterprise Requirements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Suryawanshi</dc:creator>
  <cp:lastModifiedBy>Suryawanshi, Srikanth</cp:lastModifiedBy>
  <cp:revision>21</cp:revision>
  <dcterms:created xsi:type="dcterms:W3CDTF">2026-02-12T04:48:27Z</dcterms:created>
  <dcterms:modified xsi:type="dcterms:W3CDTF">2026-03-06T03:38:04Z</dcterms:modified>
</cp:coreProperties>
</file>